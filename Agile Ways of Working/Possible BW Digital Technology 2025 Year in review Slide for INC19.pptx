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"/>
  </p:notesMasterIdLst>
  <p:sldIdLst>
    <p:sldId id="2147469755" r:id="rId3"/>
    <p:sldId id="2147469756" r:id="rId4"/>
  </p:sldIdLst>
  <p:sldSz cx="12192000" cy="6858000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62284-62D7-44C9-A3AE-6A4121B83911}" v="6" dt="2025-11-06T23:11:29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88484" autoAdjust="0"/>
  </p:normalViewPr>
  <p:slideViewPr>
    <p:cSldViewPr snapToGrid="0">
      <p:cViewPr varScale="1">
        <p:scale>
          <a:sx n="94" d="100"/>
          <a:sy n="94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 Donnelly" userId="160e4ec2-a36e-45c1-ae64-23667929d952" providerId="ADAL" clId="{3BBA1010-A3B0-464E-B6B6-12A351863FF8}"/>
    <pc:docChg chg="undo custSel addSld delSld modSld modMainMaster">
      <pc:chgData name="Stuart Donnelly" userId="160e4ec2-a36e-45c1-ae64-23667929d952" providerId="ADAL" clId="{3BBA1010-A3B0-464E-B6B6-12A351863FF8}" dt="2025-11-06T23:11:29.782" v="82"/>
      <pc:docMkLst>
        <pc:docMk/>
      </pc:docMkLst>
      <pc:sldChg chg="addSp delSp modSp mod">
        <pc:chgData name="Stuart Donnelly" userId="160e4ec2-a36e-45c1-ae64-23667929d952" providerId="ADAL" clId="{3BBA1010-A3B0-464E-B6B6-12A351863FF8}" dt="2025-11-06T23:10:27.510" v="79" actId="6549"/>
        <pc:sldMkLst>
          <pc:docMk/>
          <pc:sldMk cId="2786249883" sldId="2147469755"/>
        </pc:sldMkLst>
        <pc:spChg chg="mod">
          <ac:chgData name="Stuart Donnelly" userId="160e4ec2-a36e-45c1-ae64-23667929d952" providerId="ADAL" clId="{3BBA1010-A3B0-464E-B6B6-12A351863FF8}" dt="2025-11-06T23:07:24.256" v="1" actId="207"/>
          <ac:spMkLst>
            <pc:docMk/>
            <pc:sldMk cId="2786249883" sldId="2147469755"/>
            <ac:spMk id="2" creationId="{075D0DE3-C98E-C1A4-FB94-C12A96B49605}"/>
          </ac:spMkLst>
        </pc:spChg>
        <pc:spChg chg="mod">
          <ac:chgData name="Stuart Donnelly" userId="160e4ec2-a36e-45c1-ae64-23667929d952" providerId="ADAL" clId="{3BBA1010-A3B0-464E-B6B6-12A351863FF8}" dt="2025-11-06T23:08:03.183" v="6" actId="20577"/>
          <ac:spMkLst>
            <pc:docMk/>
            <pc:sldMk cId="2786249883" sldId="2147469755"/>
            <ac:spMk id="3" creationId="{38B6C08B-04E9-8B41-6CF6-5967A5279A53}"/>
          </ac:spMkLst>
        </pc:spChg>
        <pc:spChg chg="mod">
          <ac:chgData name="Stuart Donnelly" userId="160e4ec2-a36e-45c1-ae64-23667929d952" providerId="ADAL" clId="{3BBA1010-A3B0-464E-B6B6-12A351863FF8}" dt="2025-11-06T23:09:22.943" v="50" actId="20577"/>
          <ac:spMkLst>
            <pc:docMk/>
            <pc:sldMk cId="2786249883" sldId="2147469755"/>
            <ac:spMk id="4" creationId="{20EA97AF-AA5C-AF15-854B-6201B9883D3F}"/>
          </ac:spMkLst>
        </pc:spChg>
        <pc:spChg chg="add mod">
          <ac:chgData name="Stuart Donnelly" userId="160e4ec2-a36e-45c1-ae64-23667929d952" providerId="ADAL" clId="{3BBA1010-A3B0-464E-B6B6-12A351863FF8}" dt="2025-11-06T23:09:54.456" v="64" actId="20577"/>
          <ac:spMkLst>
            <pc:docMk/>
            <pc:sldMk cId="2786249883" sldId="2147469755"/>
            <ac:spMk id="5" creationId="{7C2AC121-D96E-1AC6-EEC3-AA239FE01209}"/>
          </ac:spMkLst>
        </pc:spChg>
        <pc:spChg chg="mod">
          <ac:chgData name="Stuart Donnelly" userId="160e4ec2-a36e-45c1-ae64-23667929d952" providerId="ADAL" clId="{3BBA1010-A3B0-464E-B6B6-12A351863FF8}" dt="2025-11-06T23:10:27.510" v="79" actId="6549"/>
          <ac:spMkLst>
            <pc:docMk/>
            <pc:sldMk cId="2786249883" sldId="2147469755"/>
            <ac:spMk id="7" creationId="{4D4C01E1-DCF3-7B2E-8E15-6E36D4427D55}"/>
          </ac:spMkLst>
        </pc:spChg>
        <pc:spChg chg="mod">
          <ac:chgData name="Stuart Donnelly" userId="160e4ec2-a36e-45c1-ae64-23667929d952" providerId="ADAL" clId="{3BBA1010-A3B0-464E-B6B6-12A351863FF8}" dt="2025-11-06T23:08:18.783" v="14" actId="5793"/>
          <ac:spMkLst>
            <pc:docMk/>
            <pc:sldMk cId="2786249883" sldId="2147469755"/>
            <ac:spMk id="15" creationId="{45C86F43-210F-42E9-9663-C03BC7ED200C}"/>
          </ac:spMkLst>
        </pc:spChg>
        <pc:spChg chg="mod">
          <ac:chgData name="Stuart Donnelly" userId="160e4ec2-a36e-45c1-ae64-23667929d952" providerId="ADAL" clId="{3BBA1010-A3B0-464E-B6B6-12A351863FF8}" dt="2025-11-06T23:07:59.606" v="4" actId="20577"/>
          <ac:spMkLst>
            <pc:docMk/>
            <pc:sldMk cId="2786249883" sldId="2147469755"/>
            <ac:spMk id="21" creationId="{EAB7ECB0-71BB-B765-946B-526AFB664BE0}"/>
          </ac:spMkLst>
        </pc:spChg>
        <pc:spChg chg="mod">
          <ac:chgData name="Stuart Donnelly" userId="160e4ec2-a36e-45c1-ae64-23667929d952" providerId="ADAL" clId="{3BBA1010-A3B0-464E-B6B6-12A351863FF8}" dt="2025-11-06T23:10:09.240" v="71" actId="5793"/>
          <ac:spMkLst>
            <pc:docMk/>
            <pc:sldMk cId="2786249883" sldId="2147469755"/>
            <ac:spMk id="23" creationId="{F7182AF5-A7F9-5996-E343-7B8D6DF6CA44}"/>
          </ac:spMkLst>
        </pc:spChg>
        <pc:spChg chg="mod">
          <ac:chgData name="Stuart Donnelly" userId="160e4ec2-a36e-45c1-ae64-23667929d952" providerId="ADAL" clId="{3BBA1010-A3B0-464E-B6B6-12A351863FF8}" dt="2025-11-06T23:09:42.340" v="59" actId="113"/>
          <ac:spMkLst>
            <pc:docMk/>
            <pc:sldMk cId="2786249883" sldId="2147469755"/>
            <ac:spMk id="24" creationId="{1C319401-B9B4-528D-DD0C-A89663B546DA}"/>
          </ac:spMkLst>
        </pc:spChg>
        <pc:spChg chg="mod">
          <ac:chgData name="Stuart Donnelly" userId="160e4ec2-a36e-45c1-ae64-23667929d952" providerId="ADAL" clId="{3BBA1010-A3B0-464E-B6B6-12A351863FF8}" dt="2025-11-06T23:08:37.542" v="26" actId="20577"/>
          <ac:spMkLst>
            <pc:docMk/>
            <pc:sldMk cId="2786249883" sldId="2147469755"/>
            <ac:spMk id="30" creationId="{7C501F9C-BEE8-EBAB-6F86-271C95F104C3}"/>
          </ac:spMkLst>
        </pc:spChg>
        <pc:spChg chg="mod">
          <ac:chgData name="Stuart Donnelly" userId="160e4ec2-a36e-45c1-ae64-23667929d952" providerId="ADAL" clId="{3BBA1010-A3B0-464E-B6B6-12A351863FF8}" dt="2025-11-06T23:08:33.496" v="23" actId="20577"/>
          <ac:spMkLst>
            <pc:docMk/>
            <pc:sldMk cId="2786249883" sldId="2147469755"/>
            <ac:spMk id="32" creationId="{CBACB863-D8FE-EDE1-BE14-A15E189E0B0E}"/>
          </ac:spMkLst>
        </pc:spChg>
        <pc:spChg chg="mod">
          <ac:chgData name="Stuart Donnelly" userId="160e4ec2-a36e-45c1-ae64-23667929d952" providerId="ADAL" clId="{3BBA1010-A3B0-464E-B6B6-12A351863FF8}" dt="2025-11-06T23:08:29.585" v="20" actId="20577"/>
          <ac:spMkLst>
            <pc:docMk/>
            <pc:sldMk cId="2786249883" sldId="2147469755"/>
            <ac:spMk id="33" creationId="{645DA90B-D24C-CB77-5E76-1224DB3D08B4}"/>
          </ac:spMkLst>
        </pc:spChg>
        <pc:spChg chg="mod">
          <ac:chgData name="Stuart Donnelly" userId="160e4ec2-a36e-45c1-ae64-23667929d952" providerId="ADAL" clId="{3BBA1010-A3B0-464E-B6B6-12A351863FF8}" dt="2025-11-06T23:08:25.485" v="17" actId="20577"/>
          <ac:spMkLst>
            <pc:docMk/>
            <pc:sldMk cId="2786249883" sldId="2147469755"/>
            <ac:spMk id="34" creationId="{C5E431E2-EA17-4225-F49D-F9EEEFF25644}"/>
          </ac:spMkLst>
        </pc:spChg>
        <pc:spChg chg="mod">
          <ac:chgData name="Stuart Donnelly" userId="160e4ec2-a36e-45c1-ae64-23667929d952" providerId="ADAL" clId="{3BBA1010-A3B0-464E-B6B6-12A351863FF8}" dt="2025-11-06T23:08:57.791" v="41" actId="20577"/>
          <ac:spMkLst>
            <pc:docMk/>
            <pc:sldMk cId="2786249883" sldId="2147469755"/>
            <ac:spMk id="35" creationId="{286FD4B3-DE7F-622B-5EFB-64938A3D59C1}"/>
          </ac:spMkLst>
        </pc:spChg>
        <pc:spChg chg="mod">
          <ac:chgData name="Stuart Donnelly" userId="160e4ec2-a36e-45c1-ae64-23667929d952" providerId="ADAL" clId="{3BBA1010-A3B0-464E-B6B6-12A351863FF8}" dt="2025-11-06T23:08:53.513" v="38" actId="20577"/>
          <ac:spMkLst>
            <pc:docMk/>
            <pc:sldMk cId="2786249883" sldId="2147469755"/>
            <ac:spMk id="36" creationId="{6880AD91-6524-0D62-C7E0-93CDDCC86D9B}"/>
          </ac:spMkLst>
        </pc:spChg>
        <pc:spChg chg="mod">
          <ac:chgData name="Stuart Donnelly" userId="160e4ec2-a36e-45c1-ae64-23667929d952" providerId="ADAL" clId="{3BBA1010-A3B0-464E-B6B6-12A351863FF8}" dt="2025-11-06T23:08:44.877" v="32" actId="20577"/>
          <ac:spMkLst>
            <pc:docMk/>
            <pc:sldMk cId="2786249883" sldId="2147469755"/>
            <ac:spMk id="37" creationId="{CA579749-52E2-7FC2-B5D1-68997E93BB6B}"/>
          </ac:spMkLst>
        </pc:spChg>
        <pc:spChg chg="del">
          <ac:chgData name="Stuart Donnelly" userId="160e4ec2-a36e-45c1-ae64-23667929d952" providerId="ADAL" clId="{3BBA1010-A3B0-464E-B6B6-12A351863FF8}" dt="2025-11-06T23:09:30.268" v="54" actId="478"/>
          <ac:spMkLst>
            <pc:docMk/>
            <pc:sldMk cId="2786249883" sldId="2147469755"/>
            <ac:spMk id="38" creationId="{5EEAA496-8E3E-62B5-7407-D32BF9175B4F}"/>
          </ac:spMkLst>
        </pc:spChg>
        <pc:spChg chg="mod">
          <ac:chgData name="Stuart Donnelly" userId="160e4ec2-a36e-45c1-ae64-23667929d952" providerId="ADAL" clId="{3BBA1010-A3B0-464E-B6B6-12A351863FF8}" dt="2025-11-06T23:10:17.651" v="78" actId="5793"/>
          <ac:spMkLst>
            <pc:docMk/>
            <pc:sldMk cId="2786249883" sldId="2147469755"/>
            <ac:spMk id="40" creationId="{C249A09E-E8B3-98D0-670D-6B3F0027087B}"/>
          </ac:spMkLst>
        </pc:spChg>
        <pc:spChg chg="mod">
          <ac:chgData name="Stuart Donnelly" userId="160e4ec2-a36e-45c1-ae64-23667929d952" providerId="ADAL" clId="{3BBA1010-A3B0-464E-B6B6-12A351863FF8}" dt="2025-11-06T23:09:13.246" v="47" actId="20577"/>
          <ac:spMkLst>
            <pc:docMk/>
            <pc:sldMk cId="2786249883" sldId="2147469755"/>
            <ac:spMk id="41" creationId="{8CF68D9A-3A2C-28AC-586E-699DC67491F5}"/>
          </ac:spMkLst>
        </pc:spChg>
        <pc:spChg chg="mod">
          <ac:chgData name="Stuart Donnelly" userId="160e4ec2-a36e-45c1-ae64-23667929d952" providerId="ADAL" clId="{3BBA1010-A3B0-464E-B6B6-12A351863FF8}" dt="2025-11-06T23:08:49.252" v="35" actId="20577"/>
          <ac:spMkLst>
            <pc:docMk/>
            <pc:sldMk cId="2786249883" sldId="2147469755"/>
            <ac:spMk id="42" creationId="{487B81FD-1A4F-982F-DC76-3E0D704C0233}"/>
          </ac:spMkLst>
        </pc:spChg>
        <pc:grpChg chg="del">
          <ac:chgData name="Stuart Donnelly" userId="160e4ec2-a36e-45c1-ae64-23667929d952" providerId="ADAL" clId="{3BBA1010-A3B0-464E-B6B6-12A351863FF8}" dt="2025-11-06T23:09:32.553" v="55" actId="478"/>
          <ac:grpSpMkLst>
            <pc:docMk/>
            <pc:sldMk cId="2786249883" sldId="2147469755"/>
            <ac:grpSpMk id="47" creationId="{679A8D3F-A9D1-8A1F-14AB-7780D78C5E16}"/>
          </ac:grpSpMkLst>
        </pc:grpChg>
        <pc:grpChg chg="del">
          <ac:chgData name="Stuart Donnelly" userId="160e4ec2-a36e-45c1-ae64-23667929d952" providerId="ADAL" clId="{3BBA1010-A3B0-464E-B6B6-12A351863FF8}" dt="2025-11-06T23:09:34.769" v="56" actId="478"/>
          <ac:grpSpMkLst>
            <pc:docMk/>
            <pc:sldMk cId="2786249883" sldId="2147469755"/>
            <ac:grpSpMk id="48" creationId="{AAD139E1-24B2-01B1-85AC-588CEC556EF6}"/>
          </ac:grpSpMkLst>
        </pc:grpChg>
      </pc:sldChg>
      <pc:sldChg chg="add">
        <pc:chgData name="Stuart Donnelly" userId="160e4ec2-a36e-45c1-ae64-23667929d952" providerId="ADAL" clId="{3BBA1010-A3B0-464E-B6B6-12A351863FF8}" dt="2025-11-06T23:11:29.782" v="82"/>
        <pc:sldMkLst>
          <pc:docMk/>
          <pc:sldMk cId="140472405" sldId="2147469756"/>
        </pc:sldMkLst>
      </pc:sldChg>
      <pc:sldChg chg="add del">
        <pc:chgData name="Stuart Donnelly" userId="160e4ec2-a36e-45c1-ae64-23667929d952" providerId="ADAL" clId="{3BBA1010-A3B0-464E-B6B6-12A351863FF8}" dt="2025-11-06T23:11:26.937" v="81"/>
        <pc:sldMkLst>
          <pc:docMk/>
          <pc:sldMk cId="2776628963" sldId="2147469756"/>
        </pc:sldMkLst>
      </pc:sldChg>
      <pc:sldMasterChg chg="modSldLayout">
        <pc:chgData name="Stuart Donnelly" userId="160e4ec2-a36e-45c1-ae64-23667929d952" providerId="ADAL" clId="{3BBA1010-A3B0-464E-B6B6-12A351863FF8}" dt="2025-11-06T23:07:45.764" v="2" actId="207"/>
        <pc:sldMasterMkLst>
          <pc:docMk/>
          <pc:sldMasterMk cId="3786209109" sldId="2147483648"/>
        </pc:sldMasterMkLst>
        <pc:sldLayoutChg chg="modSp mod">
          <pc:chgData name="Stuart Donnelly" userId="160e4ec2-a36e-45c1-ae64-23667929d952" providerId="ADAL" clId="{3BBA1010-A3B0-464E-B6B6-12A351863FF8}" dt="2025-11-06T23:07:45.764" v="2" actId="207"/>
          <pc:sldLayoutMkLst>
            <pc:docMk/>
            <pc:sldMasterMk cId="3786209109" sldId="2147483648"/>
            <pc:sldLayoutMk cId="624099909" sldId="2147483660"/>
          </pc:sldLayoutMkLst>
          <pc:spChg chg="mod">
            <ac:chgData name="Stuart Donnelly" userId="160e4ec2-a36e-45c1-ae64-23667929d952" providerId="ADAL" clId="{3BBA1010-A3B0-464E-B6B6-12A351863FF8}" dt="2025-11-06T23:07:45.764" v="2" actId="207"/>
            <ac:spMkLst>
              <pc:docMk/>
              <pc:sldMasterMk cId="3786209109" sldId="2147483648"/>
              <pc:sldLayoutMk cId="624099909" sldId="2147483660"/>
              <ac:spMk id="5" creationId="{21C66811-3B0B-480C-AEAE-ACF316EA51E4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C71F6-D87A-4857-9FB3-373D8CB21F10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2F713-E9D2-4D50-AF61-477953A9BC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117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endParaRPr lang="en-AU" b="0" dirty="0"/>
          </a:p>
          <a:p>
            <a:endParaRPr lang="en-A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2F713-E9D2-4D50-AF61-477953A9BCF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96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endParaRPr lang="en-AU" b="0" dirty="0"/>
          </a:p>
          <a:p>
            <a:endParaRPr lang="en-A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F2F713-E9D2-4D50-AF61-477953A9BCF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96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B3E2-B895-C2F2-9C04-DA7618710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A67A7-4701-75BA-599A-86050BD8A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05A62-F636-244A-7C23-81822EB1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B60B-C1EF-DEDC-DE72-9D0EDB02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5B9F-741E-6B68-321E-CE09772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6390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7D16-2382-6077-2D23-19ADEDC4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D096-0C0A-933D-134C-872F6CBEC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2EBF2-B4EC-E9D0-E7E0-70881FCF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28B5A-2148-2BEF-5644-0F9F259B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3506-F31B-8882-4CA1-3FFB89A2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6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2EB6-16F8-D4EA-4054-823BB48B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AB60C-0230-1C6B-A6F8-4EC5C9ED3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FE8FD-90DF-0D8F-D72A-E011FC3A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AFC1A-D892-FEC3-AAF0-C4D95AD4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3E0B3-D035-1F42-FD73-B827FDCA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357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095-3264-35EE-0093-705B3D9F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6E68F-38F4-FF3D-4616-F55384FE2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1BBA1-BE06-F4B9-7B3E-8BFB908B0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CE458-3A89-85CB-E06A-D65D5515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C907F-2366-51F0-D200-5FC18ADA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9E71-7EA5-C204-CD4A-2F07005C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51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528-0E34-4136-FE45-D9BAC499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EF4C-5ACA-9ADF-E710-1DBA3911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E963A-9249-1F4C-66C3-C2BBC45FE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82C57-5536-1A72-1D91-DEA66C0FA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5BCE3-B1DE-AFB7-B539-C158DC924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20B15-3DBC-44EA-1C89-8386EAB6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FF278-0223-458C-6BD4-C231CA45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ECA44-65CD-4DD2-A34B-EADBA5AD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319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BBEB-0297-16F0-E511-389D8D67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EE1B3-5702-A002-A4D4-A0E72E99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4EBA3-8D69-CFEF-2EDD-48F86869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E98E4-F2E0-7E02-B4AB-9AB8C13F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892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0CA25-B252-AE8A-E00F-7BF479CA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1F2B1-D83F-7ABB-3BA3-E58F93E4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6E9E6-D5C1-1983-FB9E-01156FF7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072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4250-B1EB-36A3-A603-ADE07C4F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CE5F2-6150-09C5-7E17-4DB457ECF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EDFA9-CAE4-8DCB-1E85-FE8713CA7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E57B0-BC3C-3F72-892E-A2B54D15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CBECD-C33C-862C-592B-5021E4A5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CD70F-B013-AD0E-7B79-49E5768A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451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5355-0DEC-A4F1-BF56-36850CF8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C6D1F4-D4CB-77AD-418A-9F62CE6C0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25E3A-D607-23EF-1A4A-07697B4B5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61512-A81C-B36F-966D-662540CF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BCC14-D965-0B54-3E6B-C004193B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BB99E-5CD9-455A-B9DC-5A6F9FBFA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8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EFD7-FA3C-E85F-CBC7-D75735D3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15DB9-B7DD-7822-C91E-4EF576B5B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0DF49-79C3-D27A-C890-73544B04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D400E-E5FF-B842-9B95-B2FE1C12A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A8A00-3BD7-4BB2-8BFD-F35CEE33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64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3770D-6D50-1BDF-B829-A393BEABF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2CACA-488E-C2F6-F743-E6767B6C1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59D2-F331-C1D7-65BB-E1D359C5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25680-EAF8-1104-92B4-731EB334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731DE-D2AF-539E-F6B8-F3D528BD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1560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rg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21C66811-3B0B-480C-AEAE-ACF316EA5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749605"/>
            <a:ext cx="12192000" cy="1083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altLang="en-US" sz="2400"/>
          </a:p>
        </p:txBody>
      </p:sp>
    </p:spTree>
    <p:extLst>
      <p:ext uri="{BB962C8B-B14F-4D97-AF65-F5344CB8AC3E}">
        <p14:creationId xmlns:p14="http://schemas.microsoft.com/office/powerpoint/2010/main" val="624099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B3E2-B895-C2F2-9C04-DA7618710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A67A7-4701-75BA-599A-86050BD8A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05A62-F636-244A-7C23-81822EB1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B60B-C1EF-DEDC-DE72-9D0EDB02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5B9F-741E-6B68-321E-CE09772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862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7D16-2382-6077-2D23-19ADEDC4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D096-0C0A-933D-134C-872F6CBEC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2EBF2-B4EC-E9D0-E7E0-70881FCF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28B5A-2148-2BEF-5644-0F9F259B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3506-F31B-8882-4CA1-3FFB89A2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933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2EB6-16F8-D4EA-4054-823BB48B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AB60C-0230-1C6B-A6F8-4EC5C9ED3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FE8FD-90DF-0D8F-D72A-E011FC3A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AFC1A-D892-FEC3-AAF0-C4D95AD4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3E0B3-D035-1F42-FD73-B827FDCA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3914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095-3264-35EE-0093-705B3D9F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6E68F-38F4-FF3D-4616-F55384FE2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1BBA1-BE06-F4B9-7B3E-8BFB908B0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CE458-3A89-85CB-E06A-D65D5515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C907F-2366-51F0-D200-5FC18ADA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9E71-7EA5-C204-CD4A-2F07005C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706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528-0E34-4136-FE45-D9BAC499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EF4C-5ACA-9ADF-E710-1DBA3911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E963A-9249-1F4C-66C3-C2BBC45FE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82C57-5536-1A72-1D91-DEA66C0FA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5BCE3-B1DE-AFB7-B539-C158DC924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20B15-3DBC-44EA-1C89-8386EAB6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FF278-0223-458C-6BD4-C231CA45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ECA44-65CD-4DD2-A34B-EADBA5AD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895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BBEB-0297-16F0-E511-389D8D67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EE1B3-5702-A002-A4D4-A0E72E99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4EBA3-8D69-CFEF-2EDD-48F86869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E98E4-F2E0-7E02-B4AB-9AB8C13F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7388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0CA25-B252-AE8A-E00F-7BF479CA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1F2B1-D83F-7ABB-3BA3-E58F93E4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6E9E6-D5C1-1983-FB9E-01156FF7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277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4250-B1EB-36A3-A603-ADE07C4F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CE5F2-6150-09C5-7E17-4DB457ECF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EDFA9-CAE4-8DCB-1E85-FE8713CA7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E57B0-BC3C-3F72-892E-A2B54D15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CBECD-C33C-862C-592B-5021E4A5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CD70F-B013-AD0E-7B79-49E5768A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02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5355-0DEC-A4F1-BF56-36850CF8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C6D1F4-D4CB-77AD-418A-9F62CE6C0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25E3A-D607-23EF-1A4A-07697B4B5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61512-A81C-B36F-966D-662540CF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BCC14-D965-0B54-3E6B-C004193B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BB99E-5CD9-455A-B9DC-5A6F9FBFA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9024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8EFD7-FA3C-E85F-CBC7-D75735D3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15DB9-B7DD-7822-C91E-4EF576B5B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0DF49-79C3-D27A-C890-73544B04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D400E-E5FF-B842-9B95-B2FE1C12A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A8A00-3BD7-4BB2-8BFD-F35CEE33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9257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3770D-6D50-1BDF-B829-A393BEABF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2CACA-488E-C2F6-F743-E6767B6C1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59D2-F331-C1D7-65BB-E1D359C5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25680-EAF8-1104-92B4-731EB334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731DE-D2AF-539E-F6B8-F3D528BD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351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rg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>
            <a:extLst>
              <a:ext uri="{FF2B5EF4-FFF2-40B4-BE49-F238E27FC236}">
                <a16:creationId xmlns:a16="http://schemas.microsoft.com/office/drawing/2014/main" id="{21C66811-3B0B-480C-AEAE-ACF316EA51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749605"/>
            <a:ext cx="12192000" cy="108395"/>
          </a:xfrm>
          <a:prstGeom prst="rect">
            <a:avLst/>
          </a:prstGeom>
          <a:gradFill rotWithShape="1">
            <a:gsLst>
              <a:gs pos="0">
                <a:srgbClr val="ED1C24"/>
              </a:gs>
              <a:gs pos="24000">
                <a:srgbClr val="ED1C24"/>
              </a:gs>
              <a:gs pos="100000">
                <a:srgbClr val="ED1C24"/>
              </a:gs>
            </a:gsLst>
            <a:lin ang="10800000" scaled="1"/>
          </a:gra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altLang="en-US" sz="2400"/>
          </a:p>
        </p:txBody>
      </p:sp>
    </p:spTree>
    <p:extLst>
      <p:ext uri="{BB962C8B-B14F-4D97-AF65-F5344CB8AC3E}">
        <p14:creationId xmlns:p14="http://schemas.microsoft.com/office/powerpoint/2010/main" val="115434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7D2B7-A112-3D3D-019D-C79B7873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7E338-3B82-1668-2C93-71F54351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91A39-9BB5-4669-DE1E-F45193B05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2D17-F066-88DA-EBB7-A803EA3E8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F34B-E9CC-AC29-05B9-31189461C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620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7D2B7-A112-3D3D-019D-C79B7873E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7E338-3B82-1668-2C93-71F543519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91A39-9BB5-4669-DE1E-F45193B05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87EC-269F-47C6-BCFB-6E1C24048335}" type="datetimeFigureOut">
              <a:rPr lang="en-AU" smtClean="0"/>
              <a:t>07/11/2025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2D17-F066-88DA-EBB7-A803EA3E8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F34B-E9CC-AC29-05B9-31189461C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D1A93-A8EC-436C-A2BB-74DDF03A8E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887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BF0B1-EC6F-6562-27FA-6E5387BD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D0DE3-C98E-C1A4-FB94-C12A96B49605}"/>
              </a:ext>
            </a:extLst>
          </p:cNvPr>
          <p:cNvSpPr/>
          <p:nvPr/>
        </p:nvSpPr>
        <p:spPr>
          <a:xfrm>
            <a:off x="3249567" y="264247"/>
            <a:ext cx="5704523" cy="13231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B6C08B-04E9-8B41-6CF6-5967A5279A53}"/>
              </a:ext>
            </a:extLst>
          </p:cNvPr>
          <p:cNvSpPr txBox="1">
            <a:spLocks/>
          </p:cNvSpPr>
          <p:nvPr/>
        </p:nvSpPr>
        <p:spPr>
          <a:xfrm>
            <a:off x="3789043" y="777475"/>
            <a:ext cx="4613915" cy="711351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700" b="1" i="0" u="none" kern="1200" baseline="0">
                <a:solidFill>
                  <a:srgbClr val="FDBA12"/>
                </a:solidFill>
                <a:latin typeface="Arial Narrow" panose="020B0606020202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2025 in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86F43-210F-42E9-9663-C03BC7ED200C}"/>
              </a:ext>
            </a:extLst>
          </p:cNvPr>
          <p:cNvSpPr/>
          <p:nvPr/>
        </p:nvSpPr>
        <p:spPr>
          <a:xfrm>
            <a:off x="158842" y="264247"/>
            <a:ext cx="2945455" cy="308313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533"/>
              </a:spcAft>
              <a:defRPr/>
            </a:pPr>
            <a:r>
              <a:rPr lang="en-AU" sz="4267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  <a:br>
              <a:rPr lang="en-AU" sz="1467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AU" sz="14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Major Product Releases</a:t>
            </a:r>
          </a:p>
          <a:p>
            <a:pPr>
              <a:spcAft>
                <a:spcPts val="533"/>
              </a:spcAft>
              <a:defRPr/>
            </a:pPr>
            <a:endParaRPr lang="en-AU" sz="1333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39994" indent="-239994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AU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  <a:p>
            <a:pPr>
              <a:spcAft>
                <a:spcPts val="533"/>
              </a:spcAft>
              <a:defRPr/>
            </a:pPr>
            <a:endParaRPr lang="en-AU" sz="1333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501F9C-BEE8-EBAB-6F86-271C95F104C3}"/>
              </a:ext>
            </a:extLst>
          </p:cNvPr>
          <p:cNvSpPr/>
          <p:nvPr/>
        </p:nvSpPr>
        <p:spPr>
          <a:xfrm>
            <a:off x="3249567" y="1695585"/>
            <a:ext cx="2759071" cy="165179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800"/>
              </a:spcAft>
              <a:defRPr/>
            </a:pPr>
            <a:r>
              <a:rPr lang="en-AU" sz="4267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$TBA</a:t>
            </a:r>
            <a:r>
              <a:rPr lang="en-AU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br>
              <a:rPr lang="en-AU" sz="1467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AU" sz="14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HD360 Benefits</a:t>
            </a:r>
          </a:p>
          <a:p>
            <a:pPr>
              <a:spcAft>
                <a:spcPts val="800"/>
              </a:spcAft>
              <a:defRPr/>
            </a:pPr>
            <a:r>
              <a:rPr lang="en-AU" sz="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FY24 Year to date</a:t>
            </a:r>
            <a:endParaRPr lang="en-AU" sz="36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800"/>
              </a:spcAft>
              <a:defRPr/>
            </a:pPr>
            <a:endParaRPr lang="en-AU" sz="1467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EA97AF-AA5C-AF15-854B-6201B9883D3F}"/>
              </a:ext>
            </a:extLst>
          </p:cNvPr>
          <p:cNvSpPr/>
          <p:nvPr/>
        </p:nvSpPr>
        <p:spPr>
          <a:xfrm>
            <a:off x="9109497" y="264248"/>
            <a:ext cx="2923661" cy="308098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>
              <a:spcAft>
                <a:spcPts val="533"/>
              </a:spcAft>
              <a:defRPr/>
            </a:pPr>
            <a:r>
              <a:rPr lang="en-AU" sz="2000" b="1" dirty="0">
                <a:solidFill>
                  <a:schemeClr val="tx1"/>
                </a:solidFill>
                <a:latin typeface="Verdana"/>
                <a:ea typeface="Verdana"/>
              </a:rPr>
              <a:t>ACHIEVEMENTS</a:t>
            </a:r>
            <a:endParaRPr lang="en-US" sz="2000" b="1" dirty="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spcAft>
                <a:spcPts val="533"/>
              </a:spcAft>
              <a:defRPr/>
            </a:pPr>
            <a:endParaRPr lang="en-AU" sz="8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39994" indent="-239994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  <a:endParaRPr lang="en-AU" sz="1067" dirty="0">
              <a:solidFill>
                <a:schemeClr val="tx1"/>
              </a:solidFill>
              <a:latin typeface="Verdana"/>
              <a:ea typeface="Verdana"/>
            </a:endParaRPr>
          </a:p>
          <a:p>
            <a:pPr marL="239994" indent="-239994" defTabSz="609585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AU" sz="1200" dirty="0">
              <a:solidFill>
                <a:schemeClr val="tx1"/>
              </a:solidFill>
              <a:latin typeface="Verdana"/>
              <a:ea typeface="Verdan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4C01E1-DCF3-7B2E-8E15-6E36D4427D55}"/>
              </a:ext>
            </a:extLst>
          </p:cNvPr>
          <p:cNvSpPr/>
          <p:nvPr/>
        </p:nvSpPr>
        <p:spPr>
          <a:xfrm>
            <a:off x="6173229" y="1695585"/>
            <a:ext cx="2769205" cy="164964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defRPr/>
            </a:pPr>
            <a:r>
              <a:rPr lang="en-AU" sz="4267" b="1" dirty="0">
                <a:solidFill>
                  <a:schemeClr val="tx1"/>
                </a:solidFill>
                <a:latin typeface="Verdana"/>
                <a:ea typeface="Verdana"/>
              </a:rPr>
              <a:t>$TBA</a:t>
            </a:r>
            <a:r>
              <a:rPr lang="en-AU" sz="4267" b="1" baseline="30000" dirty="0">
                <a:solidFill>
                  <a:schemeClr val="tx1"/>
                </a:solidFill>
                <a:latin typeface="Verdana"/>
                <a:ea typeface="Verdana"/>
              </a:rPr>
              <a:t>+</a:t>
            </a:r>
          </a:p>
          <a:p>
            <a:pPr defTabSz="609585">
              <a:spcAft>
                <a:spcPts val="267"/>
              </a:spcAft>
              <a:defRPr/>
            </a:pPr>
            <a:r>
              <a:rPr lang="en-AU" sz="1133" dirty="0">
                <a:solidFill>
                  <a:schemeClr val="tx1"/>
                </a:solidFill>
                <a:latin typeface="Verdana"/>
                <a:ea typeface="Verdana"/>
              </a:rPr>
              <a:t>Projected Business Opportunity</a:t>
            </a:r>
          </a:p>
          <a:p>
            <a:pPr>
              <a:spcAft>
                <a:spcPts val="800"/>
              </a:spcAft>
              <a:defRPr/>
            </a:pPr>
            <a:r>
              <a:rPr lang="en-AU" sz="1067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Top 25 transactions</a:t>
            </a:r>
          </a:p>
          <a:p>
            <a:pPr>
              <a:spcAft>
                <a:spcPts val="1333"/>
              </a:spcAft>
              <a:defRPr/>
            </a:pPr>
            <a:r>
              <a:rPr lang="en-AU" sz="667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 FY24 Year to date</a:t>
            </a:r>
            <a:endParaRPr lang="en-AU" sz="14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49A09E-E8B3-98D0-670D-6B3F0027087B}"/>
              </a:ext>
            </a:extLst>
          </p:cNvPr>
          <p:cNvSpPr/>
          <p:nvPr/>
        </p:nvSpPr>
        <p:spPr>
          <a:xfrm>
            <a:off x="9109498" y="5570517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B22F66A-0943-FEEA-7BDB-DE8FDBD48F4E}"/>
              </a:ext>
            </a:extLst>
          </p:cNvPr>
          <p:cNvSpPr txBox="1">
            <a:spLocks/>
          </p:cNvSpPr>
          <p:nvPr/>
        </p:nvSpPr>
        <p:spPr>
          <a:xfrm>
            <a:off x="3789043" y="438597"/>
            <a:ext cx="4613915" cy="490161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700" b="1" i="0" u="none" kern="1200" baseline="0">
                <a:solidFill>
                  <a:srgbClr val="FDBA12"/>
                </a:solidFill>
                <a:latin typeface="Arial Narrow" panose="020B0606020202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867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Digital Technology Program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AB7ECB0-71BB-B765-946B-526AFB664BE0}"/>
              </a:ext>
            </a:extLst>
          </p:cNvPr>
          <p:cNvSpPr txBox="1">
            <a:spLocks/>
          </p:cNvSpPr>
          <p:nvPr/>
        </p:nvSpPr>
        <p:spPr>
          <a:xfrm>
            <a:off x="3866272" y="179101"/>
            <a:ext cx="4613915" cy="490161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700" b="1" i="0" u="none" kern="1200" baseline="0">
                <a:solidFill>
                  <a:srgbClr val="FDBA12"/>
                </a:solidFill>
                <a:latin typeface="Arial Narrow" panose="020B0606020202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900" b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Calendar Year 2025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182AF5-A7F9-5996-E343-7B8D6DF6CA44}"/>
              </a:ext>
            </a:extLst>
          </p:cNvPr>
          <p:cNvSpPr/>
          <p:nvPr/>
        </p:nvSpPr>
        <p:spPr>
          <a:xfrm>
            <a:off x="9109498" y="4510909"/>
            <a:ext cx="2923658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319401-B9B4-528D-DD0C-A89663B546DA}"/>
              </a:ext>
            </a:extLst>
          </p:cNvPr>
          <p:cNvSpPr/>
          <p:nvPr/>
        </p:nvSpPr>
        <p:spPr>
          <a:xfrm>
            <a:off x="9109497" y="3451301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>
                <a:solidFill>
                  <a:schemeClr val="tx1"/>
                </a:solidFill>
                <a:latin typeface="Verdana"/>
                <a:ea typeface="Verdana"/>
              </a:rPr>
              <a:t>CYBER</a:t>
            </a:r>
            <a:endParaRPr lang="en-AU" sz="2133" b="1" baseline="3000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spcAft>
                <a:spcPts val="267"/>
              </a:spcAft>
              <a:defRPr/>
            </a:pPr>
            <a:r>
              <a:rPr lang="en-AU" sz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ACB863-D8FE-EDE1-BE14-A15E189E0B0E}"/>
              </a:ext>
            </a:extLst>
          </p:cNvPr>
          <p:cNvSpPr/>
          <p:nvPr/>
        </p:nvSpPr>
        <p:spPr>
          <a:xfrm>
            <a:off x="168982" y="5570517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TBA+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Stories Completed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5DA90B-D24C-CB77-5E76-1224DB3D08B4}"/>
              </a:ext>
            </a:extLst>
          </p:cNvPr>
          <p:cNvSpPr/>
          <p:nvPr/>
        </p:nvSpPr>
        <p:spPr>
          <a:xfrm>
            <a:off x="168982" y="4510909"/>
            <a:ext cx="2923658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TBA+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 delivered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E431E2-EA17-4225-F49D-F9EEEFF25644}"/>
              </a:ext>
            </a:extLst>
          </p:cNvPr>
          <p:cNvSpPr/>
          <p:nvPr/>
        </p:nvSpPr>
        <p:spPr>
          <a:xfrm>
            <a:off x="168981" y="3451301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/>
                <a:ea typeface="Verdana"/>
              </a:rPr>
              <a:t>TBA%</a:t>
            </a:r>
            <a:endParaRPr lang="en-AU" sz="2133" b="1" baseline="30000" dirty="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spcAft>
                <a:spcPts val="267"/>
              </a:spcAft>
              <a:defRPr/>
            </a:pPr>
            <a:r>
              <a:rPr lang="en-AU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Increment plans delivered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6FD4B3-DE7F-622B-5EFB-64938A3D59C1}"/>
              </a:ext>
            </a:extLst>
          </p:cNvPr>
          <p:cNvSpPr/>
          <p:nvPr/>
        </p:nvSpPr>
        <p:spPr>
          <a:xfrm>
            <a:off x="3249568" y="5548216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TBA+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Parts Order Tracked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80AD91-6524-0D62-C7E0-93CDDCC86D9B}"/>
              </a:ext>
            </a:extLst>
          </p:cNvPr>
          <p:cNvSpPr/>
          <p:nvPr/>
        </p:nvSpPr>
        <p:spPr>
          <a:xfrm>
            <a:off x="3249567" y="4488608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TBA%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yourHD</a:t>
            </a: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employee adoption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579749-52E2-7FC2-B5D1-68997E93BB6B}"/>
              </a:ext>
            </a:extLst>
          </p:cNvPr>
          <p:cNvSpPr/>
          <p:nvPr/>
        </p:nvSpPr>
        <p:spPr>
          <a:xfrm>
            <a:off x="3249566" y="3429000"/>
            <a:ext cx="2756601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/>
                <a:ea typeface="Verdana"/>
              </a:rPr>
              <a:t>TBA</a:t>
            </a:r>
            <a:endParaRPr lang="en-AU" sz="2133" b="1" baseline="30000" dirty="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spcAft>
                <a:spcPts val="267"/>
              </a:spcAft>
              <a:defRPr/>
            </a:pPr>
            <a:r>
              <a:rPr lang="en-AU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 Releases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F68D9A-3A2C-28AC-586E-699DC67491F5}"/>
              </a:ext>
            </a:extLst>
          </p:cNvPr>
          <p:cNvSpPr/>
          <p:nvPr/>
        </p:nvSpPr>
        <p:spPr>
          <a:xfrm>
            <a:off x="6173229" y="4488608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TBAk</a:t>
            </a:r>
            <a:endParaRPr lang="en-AU" sz="1467" b="1" baseline="30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267"/>
              </a:spcAft>
              <a:defRPr/>
            </a:pPr>
            <a:r>
              <a:rPr lang="en-AU" sz="1067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  <a:endParaRPr lang="en-AU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7B81FD-1A4F-982F-DC76-3E0D704C0233}"/>
              </a:ext>
            </a:extLst>
          </p:cNvPr>
          <p:cNvSpPr/>
          <p:nvPr/>
        </p:nvSpPr>
        <p:spPr>
          <a:xfrm>
            <a:off x="6173228" y="3429000"/>
            <a:ext cx="2756601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/>
                <a:ea typeface="Verdana"/>
              </a:rPr>
              <a:t>TBA+</a:t>
            </a:r>
            <a:endParaRPr lang="en-AU" sz="2133" b="1" baseline="30000" dirty="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spcAft>
                <a:spcPts val="267"/>
              </a:spcAft>
              <a:defRPr/>
            </a:pPr>
            <a:r>
              <a:rPr lang="en-AU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Automation &amp; Lead Gen</a:t>
            </a:r>
          </a:p>
          <a:p>
            <a:pPr>
              <a:spcAft>
                <a:spcPts val="267"/>
              </a:spcAft>
              <a:defRPr/>
            </a:pPr>
            <a:r>
              <a:rPr lang="en-AU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Top 25 transactions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2AC121-D96E-1AC6-EEC3-AA239FE01209}"/>
              </a:ext>
            </a:extLst>
          </p:cNvPr>
          <p:cNvSpPr/>
          <p:nvPr/>
        </p:nvSpPr>
        <p:spPr>
          <a:xfrm>
            <a:off x="6173228" y="5548215"/>
            <a:ext cx="2756601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>
              <a:spcAft>
                <a:spcPts val="267"/>
              </a:spcAft>
              <a:defRPr/>
            </a:pPr>
            <a:r>
              <a:rPr lang="en-AU" sz="2133" b="1" dirty="0">
                <a:solidFill>
                  <a:schemeClr val="tx1"/>
                </a:solidFill>
                <a:latin typeface="Verdana"/>
                <a:ea typeface="Verdana"/>
              </a:rPr>
              <a:t>Ai</a:t>
            </a:r>
            <a:endParaRPr lang="en-AU" sz="2133" b="1" baseline="30000" dirty="0">
              <a:solidFill>
                <a:schemeClr val="tx1"/>
              </a:solidFill>
              <a:latin typeface="Verdana"/>
              <a:ea typeface="Verdana"/>
            </a:endParaRPr>
          </a:p>
          <a:p>
            <a:pPr>
              <a:spcAft>
                <a:spcPts val="267"/>
              </a:spcAft>
              <a:defRPr/>
            </a:pPr>
            <a:r>
              <a:rPr lang="en-AU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TBA</a:t>
            </a:r>
          </a:p>
        </p:txBody>
      </p:sp>
    </p:spTree>
    <p:extLst>
      <p:ext uri="{BB962C8B-B14F-4D97-AF65-F5344CB8AC3E}">
        <p14:creationId xmlns:p14="http://schemas.microsoft.com/office/powerpoint/2010/main" val="278624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BF0B1-EC6F-6562-27FA-6E5387BD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5D0DE3-C98E-C1A4-FB94-C12A96B49605}"/>
              </a:ext>
            </a:extLst>
          </p:cNvPr>
          <p:cNvSpPr/>
          <p:nvPr/>
        </p:nvSpPr>
        <p:spPr>
          <a:xfrm>
            <a:off x="3249567" y="264247"/>
            <a:ext cx="5704523" cy="13231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B6C08B-04E9-8B41-6CF6-5967A5279A53}"/>
              </a:ext>
            </a:extLst>
          </p:cNvPr>
          <p:cNvSpPr txBox="1">
            <a:spLocks/>
          </p:cNvSpPr>
          <p:nvPr/>
        </p:nvSpPr>
        <p:spPr>
          <a:xfrm>
            <a:off x="3789043" y="777475"/>
            <a:ext cx="4613915" cy="711351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700" b="1" i="0" u="none" kern="1200" baseline="0">
                <a:solidFill>
                  <a:srgbClr val="FDBA12"/>
                </a:solidFill>
                <a:latin typeface="Arial Narrow" panose="020B0606020202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2023 in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86F43-210F-42E9-9663-C03BC7ED200C}"/>
              </a:ext>
            </a:extLst>
          </p:cNvPr>
          <p:cNvSpPr/>
          <p:nvPr/>
        </p:nvSpPr>
        <p:spPr>
          <a:xfrm>
            <a:off x="158842" y="264247"/>
            <a:ext cx="2945455" cy="308313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5</a:t>
            </a:r>
            <a:br>
              <a:rPr kumimoji="0" lang="en-AU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en-AU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Major Product Releases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endParaRPr kumimoji="0" lang="en-AU" sz="13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SDSquare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HD360 v1</a:t>
            </a:r>
          </a:p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yourHD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v2</a:t>
            </a:r>
          </a:p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InService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v2</a:t>
            </a:r>
          </a:p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HD360 v2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endParaRPr kumimoji="0" lang="en-AU" sz="1333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501F9C-BEE8-EBAB-6F86-271C95F104C3}"/>
              </a:ext>
            </a:extLst>
          </p:cNvPr>
          <p:cNvSpPr/>
          <p:nvPr/>
        </p:nvSpPr>
        <p:spPr>
          <a:xfrm>
            <a:off x="3249567" y="1695585"/>
            <a:ext cx="2759071" cy="165179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$1.25</a:t>
            </a: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</a:t>
            </a:r>
            <a:br>
              <a:rPr kumimoji="0" lang="en-AU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</a:br>
            <a:r>
              <a:rPr kumimoji="0" lang="en-AU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HD360 Benefits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* FY24 Year to date</a:t>
            </a: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AU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EA97AF-AA5C-AF15-854B-6201B9883D3F}"/>
              </a:ext>
            </a:extLst>
          </p:cNvPr>
          <p:cNvSpPr/>
          <p:nvPr/>
        </p:nvSpPr>
        <p:spPr>
          <a:xfrm>
            <a:off x="9109497" y="264248"/>
            <a:ext cx="2923661" cy="308098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ACHIEVEMENTS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endParaRPr kumimoji="0" lang="en-AU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GDS 2.0 - </a:t>
            </a: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Complete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AMT to </a:t>
            </a:r>
            <a:r>
              <a:rPr kumimoji="0" lang="en-AU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Saleslink</a:t>
            </a: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($100M / </a:t>
            </a:r>
            <a:r>
              <a:rPr kumimoji="0" lang="en-AU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mth</a:t>
            </a: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)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WMS Go-live </a:t>
            </a: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(May 23)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AX SQL </a:t>
            </a:r>
            <a:r>
              <a:rPr kumimoji="0" lang="en-AU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Cerver</a:t>
            </a: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Upgrade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Inbound email 365 migration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WLAN project </a:t>
            </a: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(Improved Network performance and connectivity)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Commvault Immutable Storage</a:t>
            </a:r>
          </a:p>
          <a:p>
            <a:pPr marL="239994" marR="0" lvl="0" indent="-2399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Legacy </a:t>
            </a:r>
            <a:r>
              <a:rPr kumimoji="0" lang="en-AU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Legacy</a:t>
            </a: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Server Decommissioning in NDC / Polaris </a:t>
            </a:r>
            <a:endParaRPr kumimoji="0" lang="en-AU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4C01E1-DCF3-7B2E-8E15-6E36D4427D55}"/>
              </a:ext>
            </a:extLst>
          </p:cNvPr>
          <p:cNvSpPr/>
          <p:nvPr/>
        </p:nvSpPr>
        <p:spPr>
          <a:xfrm>
            <a:off x="6173229" y="1695585"/>
            <a:ext cx="2769205" cy="164964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2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$4.6m</a:t>
            </a:r>
            <a:r>
              <a:rPr kumimoji="0" lang="en-AU" sz="4267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+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Projected Business Opportunity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Top 25 transactions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Tx/>
              <a:buNone/>
              <a:tabLst/>
              <a:defRPr/>
            </a:pPr>
            <a:r>
              <a:rPr kumimoji="0" lang="en-AU" sz="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* FY24 Year to date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49A09E-E8B3-98D0-670D-6B3F0027087B}"/>
              </a:ext>
            </a:extLst>
          </p:cNvPr>
          <p:cNvSpPr/>
          <p:nvPr/>
        </p:nvSpPr>
        <p:spPr>
          <a:xfrm>
            <a:off x="9109498" y="5570517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75,000</a:t>
            </a:r>
            <a:r>
              <a:rPr kumimoji="0" lang="en-AU" sz="2133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Hours Returned to Business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B22F66A-0943-FEEA-7BDB-DE8FDBD48F4E}"/>
              </a:ext>
            </a:extLst>
          </p:cNvPr>
          <p:cNvSpPr txBox="1">
            <a:spLocks/>
          </p:cNvSpPr>
          <p:nvPr/>
        </p:nvSpPr>
        <p:spPr>
          <a:xfrm>
            <a:off x="3789043" y="438597"/>
            <a:ext cx="4613915" cy="490161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700" b="1" i="0" u="none" kern="1200" baseline="0">
                <a:solidFill>
                  <a:srgbClr val="FDBA12"/>
                </a:solidFill>
                <a:latin typeface="Arial Narrow" panose="020B0606020202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Digital Technology Program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AB7ECB0-71BB-B765-946B-526AFB664BE0}"/>
              </a:ext>
            </a:extLst>
          </p:cNvPr>
          <p:cNvSpPr txBox="1">
            <a:spLocks/>
          </p:cNvSpPr>
          <p:nvPr/>
        </p:nvSpPr>
        <p:spPr>
          <a:xfrm>
            <a:off x="3866272" y="179101"/>
            <a:ext cx="4613915" cy="490161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700" b="1" i="0" u="none" kern="1200" baseline="0">
                <a:solidFill>
                  <a:srgbClr val="FDBA12"/>
                </a:solidFill>
                <a:latin typeface="Arial Narrow" panose="020B0606020202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Calendar Year 2023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182AF5-A7F9-5996-E343-7B8D6DF6CA44}"/>
              </a:ext>
            </a:extLst>
          </p:cNvPr>
          <p:cNvSpPr/>
          <p:nvPr/>
        </p:nvSpPr>
        <p:spPr>
          <a:xfrm>
            <a:off x="9109498" y="4510909"/>
            <a:ext cx="2923658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205,000</a:t>
            </a:r>
            <a:r>
              <a:rPr kumimoji="0" lang="en-AU" sz="2133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+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Take 5 Forms Completed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319401-B9B4-528D-DD0C-A89663B546DA}"/>
              </a:ext>
            </a:extLst>
          </p:cNvPr>
          <p:cNvSpPr/>
          <p:nvPr/>
        </p:nvSpPr>
        <p:spPr>
          <a:xfrm>
            <a:off x="9109497" y="3451301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CYBER</a:t>
            </a:r>
            <a:endParaRPr kumimoji="0" lang="en-AU" sz="2133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Execution of the Cybersecurity Program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ACB863-D8FE-EDE1-BE14-A15E189E0B0E}"/>
              </a:ext>
            </a:extLst>
          </p:cNvPr>
          <p:cNvSpPr/>
          <p:nvPr/>
        </p:nvSpPr>
        <p:spPr>
          <a:xfrm>
            <a:off x="168982" y="5570517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5000+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User Stories Completed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5DA90B-D24C-CB77-5E76-1224DB3D08B4}"/>
              </a:ext>
            </a:extLst>
          </p:cNvPr>
          <p:cNvSpPr/>
          <p:nvPr/>
        </p:nvSpPr>
        <p:spPr>
          <a:xfrm>
            <a:off x="168982" y="4510909"/>
            <a:ext cx="2923658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350+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Features delivered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E431E2-EA17-4225-F49D-F9EEEFF25644}"/>
              </a:ext>
            </a:extLst>
          </p:cNvPr>
          <p:cNvSpPr/>
          <p:nvPr/>
        </p:nvSpPr>
        <p:spPr>
          <a:xfrm>
            <a:off x="168981" y="3451301"/>
            <a:ext cx="2923659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70%</a:t>
            </a:r>
            <a:endParaRPr kumimoji="0" lang="en-AU" sz="2133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Increment plans delivered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6FD4B3-DE7F-622B-5EFB-64938A3D59C1}"/>
              </a:ext>
            </a:extLst>
          </p:cNvPr>
          <p:cNvSpPr/>
          <p:nvPr/>
        </p:nvSpPr>
        <p:spPr>
          <a:xfrm>
            <a:off x="3249568" y="5548216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25,000+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Parts Order Tracked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80AD91-6524-0D62-C7E0-93CDDCC86D9B}"/>
              </a:ext>
            </a:extLst>
          </p:cNvPr>
          <p:cNvSpPr/>
          <p:nvPr/>
        </p:nvSpPr>
        <p:spPr>
          <a:xfrm>
            <a:off x="3249567" y="4488608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90%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yourHD</a:t>
            </a: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employee adoption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579749-52E2-7FC2-B5D1-68997E93BB6B}"/>
              </a:ext>
            </a:extLst>
          </p:cNvPr>
          <p:cNvSpPr/>
          <p:nvPr/>
        </p:nvSpPr>
        <p:spPr>
          <a:xfrm>
            <a:off x="3249566" y="3429000"/>
            <a:ext cx="2756601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20</a:t>
            </a:r>
            <a:endParaRPr kumimoji="0" lang="en-AU" sz="2133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Production Releases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EAA496-8E3E-62B5-7407-D32BF9175B4F}"/>
              </a:ext>
            </a:extLst>
          </p:cNvPr>
          <p:cNvSpPr/>
          <p:nvPr/>
        </p:nvSpPr>
        <p:spPr>
          <a:xfrm>
            <a:off x="6173230" y="5548216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44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endParaRPr kumimoji="0" lang="en-AU" sz="10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F68D9A-3A2C-28AC-586E-699DC67491F5}"/>
              </a:ext>
            </a:extLst>
          </p:cNvPr>
          <p:cNvSpPr/>
          <p:nvPr/>
        </p:nvSpPr>
        <p:spPr>
          <a:xfrm>
            <a:off x="6173229" y="4488608"/>
            <a:ext cx="2756600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33.1k</a:t>
            </a:r>
            <a:endParaRPr kumimoji="0" lang="en-AU" sz="1467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PR/PO Completed</a:t>
            </a:r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7B81FD-1A4F-982F-DC76-3E0D704C0233}"/>
              </a:ext>
            </a:extLst>
          </p:cNvPr>
          <p:cNvSpPr/>
          <p:nvPr/>
        </p:nvSpPr>
        <p:spPr>
          <a:xfrm>
            <a:off x="6173228" y="3429000"/>
            <a:ext cx="2756601" cy="9599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2000" tIns="192000" rIns="192000" bIns="192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1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217k+</a:t>
            </a:r>
            <a:endParaRPr kumimoji="0" lang="en-AU" sz="2133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Automation &amp; Lead 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Top 25 transactions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9A8D3F-A9D1-8A1F-14AB-7780D78C5E16}"/>
              </a:ext>
            </a:extLst>
          </p:cNvPr>
          <p:cNvGrpSpPr/>
          <p:nvPr/>
        </p:nvGrpSpPr>
        <p:grpSpPr>
          <a:xfrm>
            <a:off x="6163094" y="5446430"/>
            <a:ext cx="2756600" cy="634096"/>
            <a:chOff x="6163094" y="5446430"/>
            <a:chExt cx="2756600" cy="63409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5B87E8-987F-B44A-7BBA-6A17AB9E9268}"/>
                </a:ext>
              </a:extLst>
            </p:cNvPr>
            <p:cNvSpPr/>
            <p:nvPr/>
          </p:nvSpPr>
          <p:spPr>
            <a:xfrm>
              <a:off x="6163094" y="5446430"/>
              <a:ext cx="1142274" cy="55124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92000" tIns="192000" rIns="144000" bIns="19200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133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31</a:t>
              </a:r>
              <a:endPara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8348170-F6D6-DFE1-CB67-E601A3144F23}"/>
                </a:ext>
              </a:extLst>
            </p:cNvPr>
            <p:cNvSpPr/>
            <p:nvPr/>
          </p:nvSpPr>
          <p:spPr>
            <a:xfrm>
              <a:off x="6738957" y="5446430"/>
              <a:ext cx="2180737" cy="63409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92000" tIns="192000" rIns="144000" bIns="19200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0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Meeting Rooms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Standardised &amp; Upgraded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AD139E1-24B2-01B1-85AC-588CEC556EF6}"/>
              </a:ext>
            </a:extLst>
          </p:cNvPr>
          <p:cNvGrpSpPr/>
          <p:nvPr/>
        </p:nvGrpSpPr>
        <p:grpSpPr>
          <a:xfrm>
            <a:off x="6250781" y="5894434"/>
            <a:ext cx="2679048" cy="634096"/>
            <a:chOff x="6240646" y="5446430"/>
            <a:chExt cx="2679048" cy="63409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A29FFD8-3325-4537-35DB-4C64D025FC5C}"/>
                </a:ext>
              </a:extLst>
            </p:cNvPr>
            <p:cNvSpPr/>
            <p:nvPr/>
          </p:nvSpPr>
          <p:spPr>
            <a:xfrm>
              <a:off x="6240646" y="5446430"/>
              <a:ext cx="1064721" cy="55124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92000" tIns="192000" rIns="144000" bIns="19200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2133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3</a:t>
              </a:r>
              <a:endParaRPr kumimoji="0" lang="en-AU" sz="10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AA93D30-D0D3-E8F7-0F1A-487ED1810D8B}"/>
                </a:ext>
              </a:extLst>
            </p:cNvPr>
            <p:cNvSpPr/>
            <p:nvPr/>
          </p:nvSpPr>
          <p:spPr>
            <a:xfrm>
              <a:off x="6738957" y="5446430"/>
              <a:ext cx="2180737" cy="63409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92000" tIns="192000" rIns="144000" bIns="19200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067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Refurbished offices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67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146 Kerry Road / 99 Melbourne / Liberty Cairns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472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EE4C5904B9414D9D6412AB9288B99C" ma:contentTypeVersion="12" ma:contentTypeDescription="Create a new document." ma:contentTypeScope="" ma:versionID="26031839c931ada7c6af5fa6ee00003a">
  <xsd:schema xmlns:xsd="http://www.w3.org/2001/XMLSchema" xmlns:xs="http://www.w3.org/2001/XMLSchema" xmlns:p="http://schemas.microsoft.com/office/2006/metadata/properties" xmlns:ns2="d38d39be-2dfe-4718-b6f0-47447e7a040a" xmlns:ns3="8144f955-5ba8-41fa-8c2a-bcb98b896e2e" targetNamespace="http://schemas.microsoft.com/office/2006/metadata/properties" ma:root="true" ma:fieldsID="53506d9a53106da8535c12ffa7464aff" ns2:_="" ns3:_="">
    <xsd:import namespace="d38d39be-2dfe-4718-b6f0-47447e7a040a"/>
    <xsd:import namespace="8144f955-5ba8-41fa-8c2a-bcb98b896e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d39be-2dfe-4718-b6f0-47447e7a04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35b4645-7be2-4159-8af8-5df3322bc5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4f955-5ba8-41fa-8c2a-bcb98b896e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8d39be-2dfe-4718-b6f0-47447e7a04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449AF18-2733-42F1-AFC7-09C534BF5421}"/>
</file>

<file path=customXml/itemProps2.xml><?xml version="1.0" encoding="utf-8"?>
<ds:datastoreItem xmlns:ds="http://schemas.openxmlformats.org/officeDocument/2006/customXml" ds:itemID="{EEF9F30D-079B-4ECC-BDA1-166B0E67FADF}"/>
</file>

<file path=customXml/itemProps3.xml><?xml version="1.0" encoding="utf-8"?>
<ds:datastoreItem xmlns:ds="http://schemas.openxmlformats.org/officeDocument/2006/customXml" ds:itemID="{3C6FC42F-5A7F-42B1-97E6-B25370824133}"/>
</file>

<file path=docMetadata/LabelInfo.xml><?xml version="1.0" encoding="utf-8"?>
<clbl:labelList xmlns:clbl="http://schemas.microsoft.com/office/2020/mipLabelMetadata">
  <clbl:label id="{029b6b23-fa07-48ba-9639-72af0a673729}" enabled="0" method="" siteId="{029b6b23-fa07-48ba-9639-72af0a67372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260</Words>
  <Application>Microsoft Office PowerPoint</Application>
  <PresentationFormat>Widescreen</PresentationFormat>
  <Paragraphs>97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Verdana</vt:lpstr>
      <vt:lpstr>Office Theme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Stuart Donnelly</dc:creator>
  <cp:lastModifiedBy>Stuart Donnelly</cp:lastModifiedBy>
  <cp:revision>3</cp:revision>
  <cp:lastPrinted>2024-02-12T04:23:55Z</cp:lastPrinted>
  <dcterms:created xsi:type="dcterms:W3CDTF">2024-01-30T06:00:12Z</dcterms:created>
  <dcterms:modified xsi:type="dcterms:W3CDTF">2025-11-06T23:11:34Z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0x010100CBEE4C5904B9414D9D6412AB9288B99C</vt:lpwstr>
  </property>
</Properties>
</file>