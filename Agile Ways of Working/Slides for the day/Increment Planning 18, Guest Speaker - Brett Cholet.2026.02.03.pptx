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04" r:id="rId5"/>
  </p:sldMasterIdLst>
  <p:notesMasterIdLst>
    <p:notesMasterId r:id="rId8"/>
  </p:notesMasterIdLst>
  <p:sldIdLst>
    <p:sldId id="2147482836" r:id="rId6"/>
    <p:sldId id="2147482858" r:id="rId7"/>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8E6"/>
    <a:srgbClr val="000000"/>
    <a:srgbClr val="0E385E"/>
    <a:srgbClr val="BDC5CD"/>
    <a:srgbClr val="E1ECF4"/>
    <a:srgbClr val="D9A209"/>
    <a:srgbClr val="FF5E00"/>
    <a:srgbClr val="164D7C"/>
    <a:srgbClr val="207637"/>
    <a:srgbClr val="2A9C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82E007-6D87-4BAB-9E4C-F43294B3240F}" v="7" dt="2025-11-06T23:17:54.9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82906" autoAdjust="0"/>
  </p:normalViewPr>
  <p:slideViewPr>
    <p:cSldViewPr snapToGrid="0">
      <p:cViewPr varScale="1">
        <p:scale>
          <a:sx n="88" d="100"/>
          <a:sy n="88" d="100"/>
        </p:scale>
        <p:origin x="15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uart Donnelly" userId="160e4ec2-a36e-45c1-ae64-23667929d952" providerId="ADAL" clId="{3BBA1010-A3B0-464E-B6B6-12A351863FF8}"/>
    <pc:docChg chg="custSel delSld modSld">
      <pc:chgData name="Stuart Donnelly" userId="160e4ec2-a36e-45c1-ae64-23667929d952" providerId="ADAL" clId="{3BBA1010-A3B0-464E-B6B6-12A351863FF8}" dt="2025-11-06T23:18:19.760" v="33" actId="20577"/>
      <pc:docMkLst>
        <pc:docMk/>
      </pc:docMkLst>
      <pc:sldChg chg="modSp mod modNotesTx">
        <pc:chgData name="Stuart Donnelly" userId="160e4ec2-a36e-45c1-ae64-23667929d952" providerId="ADAL" clId="{3BBA1010-A3B0-464E-B6B6-12A351863FF8}" dt="2025-11-06T23:18:19.760" v="33" actId="20577"/>
        <pc:sldMkLst>
          <pc:docMk/>
          <pc:sldMk cId="4038859295" sldId="2147482836"/>
        </pc:sldMkLst>
        <pc:spChg chg="mod">
          <ac:chgData name="Stuart Donnelly" userId="160e4ec2-a36e-45c1-ae64-23667929d952" providerId="ADAL" clId="{3BBA1010-A3B0-464E-B6B6-12A351863FF8}" dt="2025-11-06T23:17:15.337" v="28" actId="14100"/>
          <ac:spMkLst>
            <pc:docMk/>
            <pc:sldMk cId="4038859295" sldId="2147482836"/>
            <ac:spMk id="20" creationId="{BC65B118-7A93-F79B-E778-9BB70D1ED90F}"/>
          </ac:spMkLst>
        </pc:spChg>
        <pc:spChg chg="mod">
          <ac:chgData name="Stuart Donnelly" userId="160e4ec2-a36e-45c1-ae64-23667929d952" providerId="ADAL" clId="{3BBA1010-A3B0-464E-B6B6-12A351863FF8}" dt="2025-11-06T23:17:36.731" v="29"/>
          <ac:spMkLst>
            <pc:docMk/>
            <pc:sldMk cId="4038859295" sldId="2147482836"/>
            <ac:spMk id="27" creationId="{4E67B3BE-7D2F-AA1C-A243-B352438AB76B}"/>
          </ac:spMkLst>
        </pc:spChg>
        <pc:picChg chg="mod">
          <ac:chgData name="Stuart Donnelly" userId="160e4ec2-a36e-45c1-ae64-23667929d952" providerId="ADAL" clId="{3BBA1010-A3B0-464E-B6B6-12A351863FF8}" dt="2025-11-06T23:16:52.739" v="5" actId="170"/>
          <ac:picMkLst>
            <pc:docMk/>
            <pc:sldMk cId="4038859295" sldId="2147482836"/>
            <ac:picMk id="4" creationId="{DBB9C9F3-8148-EE98-9E9A-3FF408EDCC5C}"/>
          </ac:picMkLst>
        </pc:picChg>
      </pc:sldChg>
      <pc:sldChg chg="delSp mod">
        <pc:chgData name="Stuart Donnelly" userId="160e4ec2-a36e-45c1-ae64-23667929d952" providerId="ADAL" clId="{3BBA1010-A3B0-464E-B6B6-12A351863FF8}" dt="2025-11-06T23:18:03.562" v="30" actId="478"/>
        <pc:sldMkLst>
          <pc:docMk/>
          <pc:sldMk cId="1630468962" sldId="2147482858"/>
        </pc:sldMkLst>
        <pc:picChg chg="del">
          <ac:chgData name="Stuart Donnelly" userId="160e4ec2-a36e-45c1-ae64-23667929d952" providerId="ADAL" clId="{3BBA1010-A3B0-464E-B6B6-12A351863FF8}" dt="2025-11-06T23:18:03.562" v="30" actId="478"/>
          <ac:picMkLst>
            <pc:docMk/>
            <pc:sldMk cId="1630468962" sldId="2147482858"/>
            <ac:picMk id="3" creationId="{BD7EA727-692E-73C3-036D-9608D1EA07ED}"/>
          </ac:picMkLst>
        </pc:picChg>
      </pc:sldChg>
      <pc:sldChg chg="del">
        <pc:chgData name="Stuart Donnelly" userId="160e4ec2-a36e-45c1-ae64-23667929d952" providerId="ADAL" clId="{3BBA1010-A3B0-464E-B6B6-12A351863FF8}" dt="2025-11-06T23:18:07.828" v="31" actId="47"/>
        <pc:sldMkLst>
          <pc:docMk/>
          <pc:sldMk cId="3923001241" sldId="2147482859"/>
        </pc:sldMkLst>
      </pc:sldChg>
      <pc:sldChg chg="del">
        <pc:chgData name="Stuart Donnelly" userId="160e4ec2-a36e-45c1-ae64-23667929d952" providerId="ADAL" clId="{3BBA1010-A3B0-464E-B6B6-12A351863FF8}" dt="2025-11-06T23:18:07.828" v="31" actId="47"/>
        <pc:sldMkLst>
          <pc:docMk/>
          <pc:sldMk cId="2439170935" sldId="2147482860"/>
        </pc:sldMkLst>
      </pc:sldChg>
      <pc:sldChg chg="del">
        <pc:chgData name="Stuart Donnelly" userId="160e4ec2-a36e-45c1-ae64-23667929d952" providerId="ADAL" clId="{3BBA1010-A3B0-464E-B6B6-12A351863FF8}" dt="2025-11-06T23:18:07.828" v="31" actId="47"/>
        <pc:sldMkLst>
          <pc:docMk/>
          <pc:sldMk cId="883730109" sldId="2147482861"/>
        </pc:sldMkLst>
      </pc:sldChg>
      <pc:sldChg chg="del">
        <pc:chgData name="Stuart Donnelly" userId="160e4ec2-a36e-45c1-ae64-23667929d952" providerId="ADAL" clId="{3BBA1010-A3B0-464E-B6B6-12A351863FF8}" dt="2025-11-06T23:18:07.828" v="31" actId="47"/>
        <pc:sldMkLst>
          <pc:docMk/>
          <pc:sldMk cId="3915353651" sldId="2147482862"/>
        </pc:sldMkLst>
      </pc:sldChg>
      <pc:sldChg chg="del">
        <pc:chgData name="Stuart Donnelly" userId="160e4ec2-a36e-45c1-ae64-23667929d952" providerId="ADAL" clId="{3BBA1010-A3B0-464E-B6B6-12A351863FF8}" dt="2025-11-06T23:18:07.828" v="31" actId="47"/>
        <pc:sldMkLst>
          <pc:docMk/>
          <pc:sldMk cId="1846408312" sldId="2147482863"/>
        </pc:sldMkLst>
      </pc:sldChg>
      <pc:sldChg chg="del">
        <pc:chgData name="Stuart Donnelly" userId="160e4ec2-a36e-45c1-ae64-23667929d952" providerId="ADAL" clId="{3BBA1010-A3B0-464E-B6B6-12A351863FF8}" dt="2025-11-06T23:18:07.828" v="31" actId="47"/>
        <pc:sldMkLst>
          <pc:docMk/>
          <pc:sldMk cId="2773797983" sldId="2147482864"/>
        </pc:sldMkLst>
      </pc:sldChg>
      <pc:sldChg chg="del">
        <pc:chgData name="Stuart Donnelly" userId="160e4ec2-a36e-45c1-ae64-23667929d952" providerId="ADAL" clId="{3BBA1010-A3B0-464E-B6B6-12A351863FF8}" dt="2025-11-06T23:18:07.828" v="31" actId="47"/>
        <pc:sldMkLst>
          <pc:docMk/>
          <pc:sldMk cId="3716414343" sldId="2147482865"/>
        </pc:sldMkLst>
      </pc:sldChg>
      <pc:sldChg chg="del">
        <pc:chgData name="Stuart Donnelly" userId="160e4ec2-a36e-45c1-ae64-23667929d952" providerId="ADAL" clId="{3BBA1010-A3B0-464E-B6B6-12A351863FF8}" dt="2025-11-06T23:18:07.828" v="31" actId="47"/>
        <pc:sldMkLst>
          <pc:docMk/>
          <pc:sldMk cId="1838391716" sldId="2147482866"/>
        </pc:sldMkLst>
      </pc:sldChg>
      <pc:sldChg chg="del">
        <pc:chgData name="Stuart Donnelly" userId="160e4ec2-a36e-45c1-ae64-23667929d952" providerId="ADAL" clId="{3BBA1010-A3B0-464E-B6B6-12A351863FF8}" dt="2025-11-06T23:18:07.828" v="31" actId="47"/>
        <pc:sldMkLst>
          <pc:docMk/>
          <pc:sldMk cId="2225280291" sldId="2147482867"/>
        </pc:sldMkLst>
      </pc:sldChg>
      <pc:sldChg chg="del">
        <pc:chgData name="Stuart Donnelly" userId="160e4ec2-a36e-45c1-ae64-23667929d952" providerId="ADAL" clId="{3BBA1010-A3B0-464E-B6B6-12A351863FF8}" dt="2025-11-06T23:18:07.828" v="31" actId="47"/>
        <pc:sldMkLst>
          <pc:docMk/>
          <pc:sldMk cId="2567771783" sldId="21474828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5E3833AB-102E-4F23-B977-4EF90CB2CF27}" type="datetimeFigureOut">
              <a:rPr lang="en-AU" smtClean="0"/>
              <a:t>07/11/2025</a:t>
            </a:fld>
            <a:endParaRPr lang="en-AU"/>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A18EB980-5981-4136-B392-F70496734586}" type="slidenum">
              <a:rPr lang="en-AU" smtClean="0"/>
              <a:t>‹#›</a:t>
            </a:fld>
            <a:endParaRPr lang="en-AU"/>
          </a:p>
        </p:txBody>
      </p:sp>
    </p:spTree>
    <p:extLst>
      <p:ext uri="{BB962C8B-B14F-4D97-AF65-F5344CB8AC3E}">
        <p14:creationId xmlns:p14="http://schemas.microsoft.com/office/powerpoint/2010/main" val="2246879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8C052-DCF4-8B04-4A96-CCE8F8DF1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15F7B-4A9E-FAC2-B388-A469FCD90E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1CF4A-8FF3-6765-E3FB-A48610F76D5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Brett is the Executive General Manager for Australian Operations at Hastings Deering. With a career spanning almost 30 years at Caterpillar dealers worldwide, Brett brings extensive experience to his Brisbane-based role.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Joining Hastings Deering in 2011, Brett’s roles with us include Product Support Manager, Area Manager for the Northern Territory, Executive Manager Business Centre Operations and Executive Manager - Customer Solutions. </a:t>
            </a:r>
          </a:p>
          <a:p>
            <a:r>
              <a:rPr lang="en-US" sz="1200" b="0" i="0" kern="1200" dirty="0">
                <a:solidFill>
                  <a:schemeClr val="tx1"/>
                </a:solidFill>
                <a:effectLst/>
                <a:latin typeface="+mn-lt"/>
                <a:ea typeface="+mn-ea"/>
                <a:cs typeface="+mn-cs"/>
              </a:rPr>
              <a:t>Transitioning to broader responsibilities, Brett then became the Executive Manager for Parts, Components, and Service Solutions, overseeing diverse teams crucial to customer success. This laid the foundation for his current role, guiding Australian operations. Brett’s focus is on safety, sustainability, and efficiency, alongside supporting customers in being more successful with their Caterpillar equipment</a:t>
            </a:r>
            <a:r>
              <a:rPr lang="en-US" sz="1200" b="0" i="0" kern="120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Brett started out as an Apprentice Fitter at H. Leverton, a Cat dealer in the United Kingdom, after completing his education in Liverpool and training in heavy construction plant. Brett then moved into international roles with Caterpillar dealers, including a Branch Manager role in Ghana, Service Operations Manager in Egypt, and Regional Manager for six countries in Africa with the Mantrac Group. </a:t>
            </a:r>
          </a:p>
          <a:p>
            <a:r>
              <a:rPr lang="en-US" sz="1200" b="0" i="0" kern="1200" dirty="0">
                <a:solidFill>
                  <a:schemeClr val="tx1"/>
                </a:solidFill>
                <a:effectLst/>
                <a:latin typeface="+mn-lt"/>
                <a:ea typeface="+mn-ea"/>
                <a:cs typeface="+mn-cs"/>
              </a:rPr>
              <a:t>Outside of work, Brett enjoys supporting his wife and two children in their sporting and career </a:t>
            </a:r>
            <a:r>
              <a:rPr lang="en-US" sz="1200" b="0" i="0" kern="1200" dirty="0" err="1">
                <a:solidFill>
                  <a:schemeClr val="tx1"/>
                </a:solidFill>
                <a:effectLst/>
                <a:latin typeface="+mn-lt"/>
                <a:ea typeface="+mn-ea"/>
                <a:cs typeface="+mn-cs"/>
              </a:rPr>
              <a:t>endeavours</a:t>
            </a:r>
            <a:r>
              <a:rPr lang="en-US" sz="1200" b="0" i="0" kern="1200" dirty="0">
                <a:solidFill>
                  <a:schemeClr val="tx1"/>
                </a:solidFill>
                <a:effectLst/>
                <a:latin typeface="+mn-lt"/>
                <a:ea typeface="+mn-ea"/>
                <a:cs typeface="+mn-cs"/>
              </a:rPr>
              <a:t> and he is also an avid motorsports fan.</a:t>
            </a:r>
          </a:p>
        </p:txBody>
      </p:sp>
      <p:sp>
        <p:nvSpPr>
          <p:cNvPr id="4" name="Slide Number Placeholder 3">
            <a:extLst>
              <a:ext uri="{FF2B5EF4-FFF2-40B4-BE49-F238E27FC236}">
                <a16:creationId xmlns:a16="http://schemas.microsoft.com/office/drawing/2014/main" id="{53E6B776-ABD7-CEF7-E397-5BEC92F6EE62}"/>
              </a:ext>
            </a:extLst>
          </p:cNvPr>
          <p:cNvSpPr>
            <a:spLocks noGrp="1"/>
          </p:cNvSpPr>
          <p:nvPr>
            <p:ph type="sldNum" sz="quarter" idx="5"/>
          </p:nvPr>
        </p:nvSpPr>
        <p:spPr/>
        <p:txBody>
          <a:bodyPr/>
          <a:lstStyle/>
          <a:p>
            <a:fld id="{A18EB980-5981-4136-B392-F70496734586}" type="slidenum">
              <a:rPr lang="en-AU" smtClean="0"/>
              <a:t>1</a:t>
            </a:fld>
            <a:endParaRPr lang="en-AU"/>
          </a:p>
        </p:txBody>
      </p:sp>
    </p:spTree>
    <p:extLst>
      <p:ext uri="{BB962C8B-B14F-4D97-AF65-F5344CB8AC3E}">
        <p14:creationId xmlns:p14="http://schemas.microsoft.com/office/powerpoint/2010/main" val="681452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E7C25-1ABE-0C4F-EAA0-E3E9010FC8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C35D6-C884-B79E-D1F2-73DC101225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5629F-F62E-8F1D-4A2C-A354FD5A0CE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6DB7E55-CB9E-FF0E-5EF7-03228A7516E2}"/>
              </a:ext>
            </a:extLst>
          </p:cNvPr>
          <p:cNvSpPr>
            <a:spLocks noGrp="1"/>
          </p:cNvSpPr>
          <p:nvPr>
            <p:ph type="sldNum" sz="quarter" idx="5"/>
          </p:nvPr>
        </p:nvSpPr>
        <p:spPr/>
        <p:txBody>
          <a:bodyPr/>
          <a:lstStyle/>
          <a:p>
            <a:fld id="{A18EB980-5981-4136-B392-F70496734586}" type="slidenum">
              <a:rPr lang="en-AU" smtClean="0"/>
              <a:t>2</a:t>
            </a:fld>
            <a:endParaRPr lang="en-AU"/>
          </a:p>
        </p:txBody>
      </p:sp>
    </p:spTree>
    <p:extLst>
      <p:ext uri="{BB962C8B-B14F-4D97-AF65-F5344CB8AC3E}">
        <p14:creationId xmlns:p14="http://schemas.microsoft.com/office/powerpoint/2010/main" val="121257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5F228-BB6E-C439-556F-145B8D26E1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45D817B-0777-E4F4-6757-37EDFA5E0B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4819267-6850-3792-F96E-40631373D285}"/>
              </a:ext>
            </a:extLst>
          </p:cNvPr>
          <p:cNvSpPr>
            <a:spLocks noGrp="1"/>
          </p:cNvSpPr>
          <p:nvPr>
            <p:ph type="dt" sz="half" idx="10"/>
          </p:nvPr>
        </p:nvSpPr>
        <p:spPr/>
        <p:txBody>
          <a:bodyPr/>
          <a:lstStyle/>
          <a:p>
            <a:fld id="{79641E81-3059-4AC5-AF84-E2A814B7C032}" type="datetimeFigureOut">
              <a:rPr lang="en-AU" smtClean="0"/>
              <a:t>07/11/2025</a:t>
            </a:fld>
            <a:endParaRPr lang="en-AU"/>
          </a:p>
        </p:txBody>
      </p:sp>
      <p:sp>
        <p:nvSpPr>
          <p:cNvPr id="5" name="Footer Placeholder 4">
            <a:extLst>
              <a:ext uri="{FF2B5EF4-FFF2-40B4-BE49-F238E27FC236}">
                <a16:creationId xmlns:a16="http://schemas.microsoft.com/office/drawing/2014/main" id="{B37A2BC2-33C1-5C89-BDE9-939445A85B4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0EEC0EF-3CE5-80CC-E418-F8B56F4BCDB5}"/>
              </a:ext>
            </a:extLst>
          </p:cNvPr>
          <p:cNvSpPr>
            <a:spLocks noGrp="1"/>
          </p:cNvSpPr>
          <p:nvPr>
            <p:ph type="sldNum" sz="quarter" idx="12"/>
          </p:nvPr>
        </p:nvSpPr>
        <p:spPr/>
        <p:txBody>
          <a:bodyPr/>
          <a:lstStyle/>
          <a:p>
            <a:fld id="{610F005A-F3A9-4CCA-9B3E-6E31321D9110}" type="slidenum">
              <a:rPr lang="en-AU" smtClean="0"/>
              <a:t>‹#›</a:t>
            </a:fld>
            <a:endParaRPr lang="en-AU"/>
          </a:p>
        </p:txBody>
      </p:sp>
    </p:spTree>
    <p:extLst>
      <p:ext uri="{BB962C8B-B14F-4D97-AF65-F5344CB8AC3E}">
        <p14:creationId xmlns:p14="http://schemas.microsoft.com/office/powerpoint/2010/main" val="2932455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E01A6-3747-F3AA-42CD-6D3E2A94F80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F92DA36-D129-E430-01A4-470155F242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D7F8556-26F7-0746-3E27-E93CC0C85640}"/>
              </a:ext>
            </a:extLst>
          </p:cNvPr>
          <p:cNvSpPr>
            <a:spLocks noGrp="1"/>
          </p:cNvSpPr>
          <p:nvPr>
            <p:ph type="dt" sz="half" idx="10"/>
          </p:nvPr>
        </p:nvSpPr>
        <p:spPr/>
        <p:txBody>
          <a:bodyPr/>
          <a:lstStyle/>
          <a:p>
            <a:fld id="{79641E81-3059-4AC5-AF84-E2A814B7C032}" type="datetimeFigureOut">
              <a:rPr lang="en-AU" smtClean="0"/>
              <a:t>07/11/2025</a:t>
            </a:fld>
            <a:endParaRPr lang="en-AU"/>
          </a:p>
        </p:txBody>
      </p:sp>
      <p:sp>
        <p:nvSpPr>
          <p:cNvPr id="5" name="Footer Placeholder 4">
            <a:extLst>
              <a:ext uri="{FF2B5EF4-FFF2-40B4-BE49-F238E27FC236}">
                <a16:creationId xmlns:a16="http://schemas.microsoft.com/office/drawing/2014/main" id="{311FFA6F-14C7-2CED-A90E-34093D3AD8E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CD6A05B-A55B-E203-0ECD-6575AD61FC74}"/>
              </a:ext>
            </a:extLst>
          </p:cNvPr>
          <p:cNvSpPr>
            <a:spLocks noGrp="1"/>
          </p:cNvSpPr>
          <p:nvPr>
            <p:ph type="sldNum" sz="quarter" idx="12"/>
          </p:nvPr>
        </p:nvSpPr>
        <p:spPr/>
        <p:txBody>
          <a:bodyPr/>
          <a:lstStyle/>
          <a:p>
            <a:fld id="{610F005A-F3A9-4CCA-9B3E-6E31321D9110}" type="slidenum">
              <a:rPr lang="en-AU" smtClean="0"/>
              <a:t>‹#›</a:t>
            </a:fld>
            <a:endParaRPr lang="en-AU"/>
          </a:p>
        </p:txBody>
      </p:sp>
    </p:spTree>
    <p:extLst>
      <p:ext uri="{BB962C8B-B14F-4D97-AF65-F5344CB8AC3E}">
        <p14:creationId xmlns:p14="http://schemas.microsoft.com/office/powerpoint/2010/main" val="4054846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8289-7BAB-1F02-9155-236FCCF7A4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EC1EF4E-8007-5DFC-DF69-76446B5790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23CD8C-EF64-0516-5E15-9C43A6ABD5F4}"/>
              </a:ext>
            </a:extLst>
          </p:cNvPr>
          <p:cNvSpPr>
            <a:spLocks noGrp="1"/>
          </p:cNvSpPr>
          <p:nvPr>
            <p:ph type="dt" sz="half" idx="10"/>
          </p:nvPr>
        </p:nvSpPr>
        <p:spPr/>
        <p:txBody>
          <a:bodyPr/>
          <a:lstStyle/>
          <a:p>
            <a:fld id="{79641E81-3059-4AC5-AF84-E2A814B7C032}" type="datetimeFigureOut">
              <a:rPr lang="en-AU" smtClean="0"/>
              <a:t>07/11/2025</a:t>
            </a:fld>
            <a:endParaRPr lang="en-AU"/>
          </a:p>
        </p:txBody>
      </p:sp>
      <p:sp>
        <p:nvSpPr>
          <p:cNvPr id="5" name="Footer Placeholder 4">
            <a:extLst>
              <a:ext uri="{FF2B5EF4-FFF2-40B4-BE49-F238E27FC236}">
                <a16:creationId xmlns:a16="http://schemas.microsoft.com/office/drawing/2014/main" id="{A97CF426-869B-31F6-62DE-F545FAC4C85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836A0A0-62EE-0ECB-2FD1-F8F9338724AA}"/>
              </a:ext>
            </a:extLst>
          </p:cNvPr>
          <p:cNvSpPr>
            <a:spLocks noGrp="1"/>
          </p:cNvSpPr>
          <p:nvPr>
            <p:ph type="sldNum" sz="quarter" idx="12"/>
          </p:nvPr>
        </p:nvSpPr>
        <p:spPr/>
        <p:txBody>
          <a:bodyPr/>
          <a:lstStyle/>
          <a:p>
            <a:fld id="{610F005A-F3A9-4CCA-9B3E-6E31321D9110}" type="slidenum">
              <a:rPr lang="en-AU" smtClean="0"/>
              <a:t>‹#›</a:t>
            </a:fld>
            <a:endParaRPr lang="en-AU"/>
          </a:p>
        </p:txBody>
      </p:sp>
    </p:spTree>
    <p:extLst>
      <p:ext uri="{BB962C8B-B14F-4D97-AF65-F5344CB8AC3E}">
        <p14:creationId xmlns:p14="http://schemas.microsoft.com/office/powerpoint/2010/main" val="3228658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5A475-F71D-8FF8-B56F-80AC9B9B68C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6022625-C68E-F385-4C20-0DB30C01C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05E2C0FA-7767-9C20-4427-6BDA4A2520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0854A52-FBFD-0974-AC2F-EDA5D03E9F31}"/>
              </a:ext>
            </a:extLst>
          </p:cNvPr>
          <p:cNvSpPr>
            <a:spLocks noGrp="1"/>
          </p:cNvSpPr>
          <p:nvPr>
            <p:ph type="dt" sz="half" idx="10"/>
          </p:nvPr>
        </p:nvSpPr>
        <p:spPr/>
        <p:txBody>
          <a:bodyPr/>
          <a:lstStyle/>
          <a:p>
            <a:fld id="{79641E81-3059-4AC5-AF84-E2A814B7C032}" type="datetimeFigureOut">
              <a:rPr lang="en-AU" smtClean="0"/>
              <a:t>07/11/2025</a:t>
            </a:fld>
            <a:endParaRPr lang="en-AU"/>
          </a:p>
        </p:txBody>
      </p:sp>
      <p:sp>
        <p:nvSpPr>
          <p:cNvPr id="6" name="Footer Placeholder 5">
            <a:extLst>
              <a:ext uri="{FF2B5EF4-FFF2-40B4-BE49-F238E27FC236}">
                <a16:creationId xmlns:a16="http://schemas.microsoft.com/office/drawing/2014/main" id="{58FE6965-0470-3E0C-1884-94DCA77FCFA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DD571EA-D92D-3151-841B-5B1E30EB002D}"/>
              </a:ext>
            </a:extLst>
          </p:cNvPr>
          <p:cNvSpPr>
            <a:spLocks noGrp="1"/>
          </p:cNvSpPr>
          <p:nvPr>
            <p:ph type="sldNum" sz="quarter" idx="12"/>
          </p:nvPr>
        </p:nvSpPr>
        <p:spPr/>
        <p:txBody>
          <a:bodyPr/>
          <a:lstStyle/>
          <a:p>
            <a:fld id="{610F005A-F3A9-4CCA-9B3E-6E31321D9110}" type="slidenum">
              <a:rPr lang="en-AU" smtClean="0"/>
              <a:t>‹#›</a:t>
            </a:fld>
            <a:endParaRPr lang="en-AU"/>
          </a:p>
        </p:txBody>
      </p:sp>
    </p:spTree>
    <p:extLst>
      <p:ext uri="{BB962C8B-B14F-4D97-AF65-F5344CB8AC3E}">
        <p14:creationId xmlns:p14="http://schemas.microsoft.com/office/powerpoint/2010/main" val="1425916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38BF6-4B43-1337-B73D-64604DDE25F8}"/>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906A5D2-7FDE-7F02-B6D4-841742845B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D4C8C0-4D77-B88D-B590-2FFA0AA6DA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ABB93DC9-B30D-F7A1-470D-5070743121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0BE815-8B16-1374-4D1A-1DA4B608D6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9C908AD6-ACF2-502B-49A6-336D96EEE900}"/>
              </a:ext>
            </a:extLst>
          </p:cNvPr>
          <p:cNvSpPr>
            <a:spLocks noGrp="1"/>
          </p:cNvSpPr>
          <p:nvPr>
            <p:ph type="dt" sz="half" idx="10"/>
          </p:nvPr>
        </p:nvSpPr>
        <p:spPr/>
        <p:txBody>
          <a:bodyPr/>
          <a:lstStyle/>
          <a:p>
            <a:fld id="{79641E81-3059-4AC5-AF84-E2A814B7C032}" type="datetimeFigureOut">
              <a:rPr lang="en-AU" smtClean="0"/>
              <a:t>07/11/2025</a:t>
            </a:fld>
            <a:endParaRPr lang="en-AU"/>
          </a:p>
        </p:txBody>
      </p:sp>
      <p:sp>
        <p:nvSpPr>
          <p:cNvPr id="8" name="Footer Placeholder 7">
            <a:extLst>
              <a:ext uri="{FF2B5EF4-FFF2-40B4-BE49-F238E27FC236}">
                <a16:creationId xmlns:a16="http://schemas.microsoft.com/office/drawing/2014/main" id="{641B4168-6F07-B7F7-1A8C-DCAF7FEDC8B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95DD27C3-EEE4-9372-0E04-7DE4CA98F146}"/>
              </a:ext>
            </a:extLst>
          </p:cNvPr>
          <p:cNvSpPr>
            <a:spLocks noGrp="1"/>
          </p:cNvSpPr>
          <p:nvPr>
            <p:ph type="sldNum" sz="quarter" idx="12"/>
          </p:nvPr>
        </p:nvSpPr>
        <p:spPr/>
        <p:txBody>
          <a:bodyPr/>
          <a:lstStyle/>
          <a:p>
            <a:fld id="{610F005A-F3A9-4CCA-9B3E-6E31321D9110}" type="slidenum">
              <a:rPr lang="en-AU" smtClean="0"/>
              <a:t>‹#›</a:t>
            </a:fld>
            <a:endParaRPr lang="en-AU"/>
          </a:p>
        </p:txBody>
      </p:sp>
    </p:spTree>
    <p:extLst>
      <p:ext uri="{BB962C8B-B14F-4D97-AF65-F5344CB8AC3E}">
        <p14:creationId xmlns:p14="http://schemas.microsoft.com/office/powerpoint/2010/main" val="1816417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0AF9D-96AB-5668-163A-29719BB385D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FAE8E9C-7C89-0822-29AC-C3D1955C69F8}"/>
              </a:ext>
            </a:extLst>
          </p:cNvPr>
          <p:cNvSpPr>
            <a:spLocks noGrp="1"/>
          </p:cNvSpPr>
          <p:nvPr>
            <p:ph type="dt" sz="half" idx="10"/>
          </p:nvPr>
        </p:nvSpPr>
        <p:spPr/>
        <p:txBody>
          <a:bodyPr/>
          <a:lstStyle/>
          <a:p>
            <a:fld id="{79641E81-3059-4AC5-AF84-E2A814B7C032}" type="datetimeFigureOut">
              <a:rPr lang="en-AU" smtClean="0"/>
              <a:t>07/11/2025</a:t>
            </a:fld>
            <a:endParaRPr lang="en-AU"/>
          </a:p>
        </p:txBody>
      </p:sp>
      <p:sp>
        <p:nvSpPr>
          <p:cNvPr id="4" name="Footer Placeholder 3">
            <a:extLst>
              <a:ext uri="{FF2B5EF4-FFF2-40B4-BE49-F238E27FC236}">
                <a16:creationId xmlns:a16="http://schemas.microsoft.com/office/drawing/2014/main" id="{F122C9BD-E05D-88ED-BEEA-18A2337A67B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C02F9B67-64C2-B55B-333F-D51E893C93ED}"/>
              </a:ext>
            </a:extLst>
          </p:cNvPr>
          <p:cNvSpPr>
            <a:spLocks noGrp="1"/>
          </p:cNvSpPr>
          <p:nvPr>
            <p:ph type="sldNum" sz="quarter" idx="12"/>
          </p:nvPr>
        </p:nvSpPr>
        <p:spPr/>
        <p:txBody>
          <a:bodyPr/>
          <a:lstStyle/>
          <a:p>
            <a:fld id="{610F005A-F3A9-4CCA-9B3E-6E31321D9110}" type="slidenum">
              <a:rPr lang="en-AU" smtClean="0"/>
              <a:t>‹#›</a:t>
            </a:fld>
            <a:endParaRPr lang="en-AU"/>
          </a:p>
        </p:txBody>
      </p:sp>
    </p:spTree>
    <p:extLst>
      <p:ext uri="{BB962C8B-B14F-4D97-AF65-F5344CB8AC3E}">
        <p14:creationId xmlns:p14="http://schemas.microsoft.com/office/powerpoint/2010/main" val="1646885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70A800-CA96-792E-AEAA-F9D4604B1ECC}"/>
              </a:ext>
            </a:extLst>
          </p:cNvPr>
          <p:cNvSpPr>
            <a:spLocks noGrp="1"/>
          </p:cNvSpPr>
          <p:nvPr>
            <p:ph type="dt" sz="half" idx="10"/>
          </p:nvPr>
        </p:nvSpPr>
        <p:spPr/>
        <p:txBody>
          <a:bodyPr/>
          <a:lstStyle/>
          <a:p>
            <a:fld id="{79641E81-3059-4AC5-AF84-E2A814B7C032}" type="datetimeFigureOut">
              <a:rPr lang="en-AU" smtClean="0"/>
              <a:t>07/11/2025</a:t>
            </a:fld>
            <a:endParaRPr lang="en-AU"/>
          </a:p>
        </p:txBody>
      </p:sp>
      <p:sp>
        <p:nvSpPr>
          <p:cNvPr id="3" name="Footer Placeholder 2">
            <a:extLst>
              <a:ext uri="{FF2B5EF4-FFF2-40B4-BE49-F238E27FC236}">
                <a16:creationId xmlns:a16="http://schemas.microsoft.com/office/drawing/2014/main" id="{E0E7D869-C280-D370-CC2A-334E4CEBE13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521B312-1834-7F7B-3113-BD8EB7B7B664}"/>
              </a:ext>
            </a:extLst>
          </p:cNvPr>
          <p:cNvSpPr>
            <a:spLocks noGrp="1"/>
          </p:cNvSpPr>
          <p:nvPr>
            <p:ph type="sldNum" sz="quarter" idx="12"/>
          </p:nvPr>
        </p:nvSpPr>
        <p:spPr/>
        <p:txBody>
          <a:bodyPr/>
          <a:lstStyle/>
          <a:p>
            <a:fld id="{610F005A-F3A9-4CCA-9B3E-6E31321D9110}" type="slidenum">
              <a:rPr lang="en-AU" smtClean="0"/>
              <a:t>‹#›</a:t>
            </a:fld>
            <a:endParaRPr lang="en-AU"/>
          </a:p>
        </p:txBody>
      </p:sp>
    </p:spTree>
    <p:extLst>
      <p:ext uri="{BB962C8B-B14F-4D97-AF65-F5344CB8AC3E}">
        <p14:creationId xmlns:p14="http://schemas.microsoft.com/office/powerpoint/2010/main" val="2191409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ABC6A-72DC-FFF0-5DB0-A375A3DC8D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622FE426-1E77-2867-A64F-A02A9B24D5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D722FCC-1A7E-0D51-7354-C78BDDC415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4943C7-AB79-1286-F40C-23112FC28C7E}"/>
              </a:ext>
            </a:extLst>
          </p:cNvPr>
          <p:cNvSpPr>
            <a:spLocks noGrp="1"/>
          </p:cNvSpPr>
          <p:nvPr>
            <p:ph type="dt" sz="half" idx="10"/>
          </p:nvPr>
        </p:nvSpPr>
        <p:spPr/>
        <p:txBody>
          <a:bodyPr/>
          <a:lstStyle/>
          <a:p>
            <a:fld id="{79641E81-3059-4AC5-AF84-E2A814B7C032}" type="datetimeFigureOut">
              <a:rPr lang="en-AU" smtClean="0"/>
              <a:t>07/11/2025</a:t>
            </a:fld>
            <a:endParaRPr lang="en-AU"/>
          </a:p>
        </p:txBody>
      </p:sp>
      <p:sp>
        <p:nvSpPr>
          <p:cNvPr id="6" name="Footer Placeholder 5">
            <a:extLst>
              <a:ext uri="{FF2B5EF4-FFF2-40B4-BE49-F238E27FC236}">
                <a16:creationId xmlns:a16="http://schemas.microsoft.com/office/drawing/2014/main" id="{3E8849C6-13F0-8D3A-733B-A2288D3E544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D3474BB-EB04-097F-140B-5BE716F3ECC3}"/>
              </a:ext>
            </a:extLst>
          </p:cNvPr>
          <p:cNvSpPr>
            <a:spLocks noGrp="1"/>
          </p:cNvSpPr>
          <p:nvPr>
            <p:ph type="sldNum" sz="quarter" idx="12"/>
          </p:nvPr>
        </p:nvSpPr>
        <p:spPr/>
        <p:txBody>
          <a:bodyPr/>
          <a:lstStyle/>
          <a:p>
            <a:fld id="{610F005A-F3A9-4CCA-9B3E-6E31321D9110}" type="slidenum">
              <a:rPr lang="en-AU" smtClean="0"/>
              <a:t>‹#›</a:t>
            </a:fld>
            <a:endParaRPr lang="en-AU"/>
          </a:p>
        </p:txBody>
      </p:sp>
    </p:spTree>
    <p:extLst>
      <p:ext uri="{BB962C8B-B14F-4D97-AF65-F5344CB8AC3E}">
        <p14:creationId xmlns:p14="http://schemas.microsoft.com/office/powerpoint/2010/main" val="895353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2497-EF0B-08FE-5399-69D6AA3069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D445220-52E9-2C4F-42B1-630034012C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7888602-969D-B4D1-A364-1C60DB8C76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4CC98B-D2AA-1FAF-C144-AEA3EDFA74DA}"/>
              </a:ext>
            </a:extLst>
          </p:cNvPr>
          <p:cNvSpPr>
            <a:spLocks noGrp="1"/>
          </p:cNvSpPr>
          <p:nvPr>
            <p:ph type="dt" sz="half" idx="10"/>
          </p:nvPr>
        </p:nvSpPr>
        <p:spPr/>
        <p:txBody>
          <a:bodyPr/>
          <a:lstStyle/>
          <a:p>
            <a:fld id="{79641E81-3059-4AC5-AF84-E2A814B7C032}" type="datetimeFigureOut">
              <a:rPr lang="en-AU" smtClean="0"/>
              <a:t>07/11/2025</a:t>
            </a:fld>
            <a:endParaRPr lang="en-AU"/>
          </a:p>
        </p:txBody>
      </p:sp>
      <p:sp>
        <p:nvSpPr>
          <p:cNvPr id="6" name="Footer Placeholder 5">
            <a:extLst>
              <a:ext uri="{FF2B5EF4-FFF2-40B4-BE49-F238E27FC236}">
                <a16:creationId xmlns:a16="http://schemas.microsoft.com/office/drawing/2014/main" id="{FFC09210-2F57-BA45-D8ED-F4D1D8C26E1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657DD72-67CF-AAE3-BEA2-D9320D4E9215}"/>
              </a:ext>
            </a:extLst>
          </p:cNvPr>
          <p:cNvSpPr>
            <a:spLocks noGrp="1"/>
          </p:cNvSpPr>
          <p:nvPr>
            <p:ph type="sldNum" sz="quarter" idx="12"/>
          </p:nvPr>
        </p:nvSpPr>
        <p:spPr/>
        <p:txBody>
          <a:bodyPr/>
          <a:lstStyle/>
          <a:p>
            <a:fld id="{610F005A-F3A9-4CCA-9B3E-6E31321D9110}" type="slidenum">
              <a:rPr lang="en-AU" smtClean="0"/>
              <a:t>‹#›</a:t>
            </a:fld>
            <a:endParaRPr lang="en-AU"/>
          </a:p>
        </p:txBody>
      </p:sp>
    </p:spTree>
    <p:extLst>
      <p:ext uri="{BB962C8B-B14F-4D97-AF65-F5344CB8AC3E}">
        <p14:creationId xmlns:p14="http://schemas.microsoft.com/office/powerpoint/2010/main" val="3834973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486DE-E0AB-5C15-5710-6C0550DF443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881776E-73E6-C97A-3610-74445C7650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84BC184-1BED-DB63-F155-469D98259C5D}"/>
              </a:ext>
            </a:extLst>
          </p:cNvPr>
          <p:cNvSpPr>
            <a:spLocks noGrp="1"/>
          </p:cNvSpPr>
          <p:nvPr>
            <p:ph type="dt" sz="half" idx="10"/>
          </p:nvPr>
        </p:nvSpPr>
        <p:spPr/>
        <p:txBody>
          <a:bodyPr/>
          <a:lstStyle/>
          <a:p>
            <a:fld id="{79641E81-3059-4AC5-AF84-E2A814B7C032}" type="datetimeFigureOut">
              <a:rPr lang="en-AU" smtClean="0"/>
              <a:t>07/11/2025</a:t>
            </a:fld>
            <a:endParaRPr lang="en-AU"/>
          </a:p>
        </p:txBody>
      </p:sp>
      <p:sp>
        <p:nvSpPr>
          <p:cNvPr id="5" name="Footer Placeholder 4">
            <a:extLst>
              <a:ext uri="{FF2B5EF4-FFF2-40B4-BE49-F238E27FC236}">
                <a16:creationId xmlns:a16="http://schemas.microsoft.com/office/drawing/2014/main" id="{9B264982-1318-7084-51ED-31A4671DD20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6CA9725-F69C-C961-646E-83813A259231}"/>
              </a:ext>
            </a:extLst>
          </p:cNvPr>
          <p:cNvSpPr>
            <a:spLocks noGrp="1"/>
          </p:cNvSpPr>
          <p:nvPr>
            <p:ph type="sldNum" sz="quarter" idx="12"/>
          </p:nvPr>
        </p:nvSpPr>
        <p:spPr/>
        <p:txBody>
          <a:bodyPr/>
          <a:lstStyle/>
          <a:p>
            <a:fld id="{610F005A-F3A9-4CCA-9B3E-6E31321D9110}" type="slidenum">
              <a:rPr lang="en-AU" smtClean="0"/>
              <a:t>‹#›</a:t>
            </a:fld>
            <a:endParaRPr lang="en-AU"/>
          </a:p>
        </p:txBody>
      </p:sp>
    </p:spTree>
    <p:extLst>
      <p:ext uri="{BB962C8B-B14F-4D97-AF65-F5344CB8AC3E}">
        <p14:creationId xmlns:p14="http://schemas.microsoft.com/office/powerpoint/2010/main" val="991834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939D92-3133-68C9-2829-5A5B8EC49C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6DBD490-027C-4F76-A095-3217D801A1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2BDD759-2CFC-4032-142B-6F05C9345A8D}"/>
              </a:ext>
            </a:extLst>
          </p:cNvPr>
          <p:cNvSpPr>
            <a:spLocks noGrp="1"/>
          </p:cNvSpPr>
          <p:nvPr>
            <p:ph type="dt" sz="half" idx="10"/>
          </p:nvPr>
        </p:nvSpPr>
        <p:spPr/>
        <p:txBody>
          <a:bodyPr/>
          <a:lstStyle/>
          <a:p>
            <a:fld id="{79641E81-3059-4AC5-AF84-E2A814B7C032}" type="datetimeFigureOut">
              <a:rPr lang="en-AU" smtClean="0"/>
              <a:t>07/11/2025</a:t>
            </a:fld>
            <a:endParaRPr lang="en-AU"/>
          </a:p>
        </p:txBody>
      </p:sp>
      <p:sp>
        <p:nvSpPr>
          <p:cNvPr id="5" name="Footer Placeholder 4">
            <a:extLst>
              <a:ext uri="{FF2B5EF4-FFF2-40B4-BE49-F238E27FC236}">
                <a16:creationId xmlns:a16="http://schemas.microsoft.com/office/drawing/2014/main" id="{0B1600AB-44EA-6A2C-0487-B1788C8A680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106C870-04AF-6DFA-A394-00C555590410}"/>
              </a:ext>
            </a:extLst>
          </p:cNvPr>
          <p:cNvSpPr>
            <a:spLocks noGrp="1"/>
          </p:cNvSpPr>
          <p:nvPr>
            <p:ph type="sldNum" sz="quarter" idx="12"/>
          </p:nvPr>
        </p:nvSpPr>
        <p:spPr/>
        <p:txBody>
          <a:bodyPr/>
          <a:lstStyle/>
          <a:p>
            <a:fld id="{610F005A-F3A9-4CCA-9B3E-6E31321D9110}" type="slidenum">
              <a:rPr lang="en-AU" smtClean="0"/>
              <a:t>‹#›</a:t>
            </a:fld>
            <a:endParaRPr lang="en-AU"/>
          </a:p>
        </p:txBody>
      </p:sp>
    </p:spTree>
    <p:extLst>
      <p:ext uri="{BB962C8B-B14F-4D97-AF65-F5344CB8AC3E}">
        <p14:creationId xmlns:p14="http://schemas.microsoft.com/office/powerpoint/2010/main" val="4089487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_Cover 1 - Plantation">
    <p:bg>
      <p:bgPr>
        <a:solidFill>
          <a:schemeClr val="bg1">
            <a:alpha val="85348"/>
          </a:schemeClr>
        </a:solidFill>
        <a:effectLst/>
      </p:bgPr>
    </p:bg>
    <p:spTree>
      <p:nvGrpSpPr>
        <p:cNvPr id="1" name=""/>
        <p:cNvGrpSpPr/>
        <p:nvPr/>
      </p:nvGrpSpPr>
      <p:grpSpPr>
        <a:xfrm>
          <a:off x="0" y="0"/>
          <a:ext cx="0" cy="0"/>
          <a:chOff x="0" y="0"/>
          <a:chExt cx="0" cy="0"/>
        </a:xfrm>
      </p:grpSpPr>
      <p:pic>
        <p:nvPicPr>
          <p:cNvPr id="1028" name="Picture 4" descr="Caterpillar Produces 5000th 793 Mining Truck | OEM Off-Highway">
            <a:extLst>
              <a:ext uri="{FF2B5EF4-FFF2-40B4-BE49-F238E27FC236}">
                <a16:creationId xmlns:a16="http://schemas.microsoft.com/office/drawing/2014/main" id="{3FB44E7A-C00B-49CD-96E8-C6E02264E5E3}"/>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3571" b="1596"/>
          <a:stretch/>
        </p:blipFill>
        <p:spPr bwMode="auto">
          <a:xfrm>
            <a:off x="0" y="1"/>
            <a:ext cx="1061596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4688330-845C-872C-CADD-B7739DD7879A}"/>
              </a:ext>
            </a:extLst>
          </p:cNvPr>
          <p:cNvSpPr txBox="1"/>
          <p:nvPr userDrawn="1"/>
        </p:nvSpPr>
        <p:spPr>
          <a:xfrm>
            <a:off x="11917180" y="-659567"/>
            <a:ext cx="0" cy="0"/>
          </a:xfrm>
          <a:prstGeom prst="rect">
            <a:avLst/>
          </a:prstGeom>
          <a:noFill/>
        </p:spPr>
        <p:txBody>
          <a:bodyPr wrap="none" lIns="0" tIns="0" rIns="0" bIns="0" rtlCol="0">
            <a:noAutofit/>
          </a:bodyPr>
          <a:lstStyle/>
          <a:p>
            <a:pPr algn="l">
              <a:spcBef>
                <a:spcPts val="600"/>
              </a:spcBef>
              <a:buSzPct val="100000"/>
            </a:pPr>
            <a:endParaRPr lang="en-US" sz="1200"/>
          </a:p>
        </p:txBody>
      </p:sp>
      <p:sp>
        <p:nvSpPr>
          <p:cNvPr id="6" name="Text Placeholder 6">
            <a:extLst>
              <a:ext uri="{FF2B5EF4-FFF2-40B4-BE49-F238E27FC236}">
                <a16:creationId xmlns:a16="http://schemas.microsoft.com/office/drawing/2014/main" id="{36A1D498-917B-2DDB-CAAA-DFE4B44A6FE1}"/>
              </a:ext>
            </a:extLst>
          </p:cNvPr>
          <p:cNvSpPr>
            <a:spLocks noGrp="1"/>
          </p:cNvSpPr>
          <p:nvPr>
            <p:ph type="body" sz="quarter" idx="11" hasCustomPrompt="1"/>
          </p:nvPr>
        </p:nvSpPr>
        <p:spPr>
          <a:xfrm>
            <a:off x="633217" y="4049487"/>
            <a:ext cx="6043449" cy="1094013"/>
          </a:xfrm>
          <a:prstGeom prst="rect">
            <a:avLst/>
          </a:prstGeom>
        </p:spPr>
        <p:txBody>
          <a:bodyPr/>
          <a:lstStyle>
            <a:lvl1pPr marL="0" indent="0">
              <a:lnSpc>
                <a:spcPts val="4340"/>
              </a:lnSpc>
              <a:buFontTx/>
              <a:buNone/>
              <a:defRPr sz="4000" b="0" i="0">
                <a:solidFill>
                  <a:schemeClr val="bg1"/>
                </a:solidFill>
                <a:latin typeface="Geologica" pitchFamily="2" charset="0"/>
                <a:ea typeface="Open Sans Light" panose="020B0306030504020204" pitchFamily="34" charset="0"/>
                <a:cs typeface="Open Sans Light" panose="020B0306030504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Here, it’s just a headline </a:t>
            </a:r>
            <a:br>
              <a:rPr lang="en-US"/>
            </a:br>
            <a:r>
              <a:rPr lang="en-US"/>
              <a:t>that goes here as usual</a:t>
            </a:r>
          </a:p>
        </p:txBody>
      </p:sp>
      <p:sp>
        <p:nvSpPr>
          <p:cNvPr id="7" name="Text Placeholder 10">
            <a:extLst>
              <a:ext uri="{FF2B5EF4-FFF2-40B4-BE49-F238E27FC236}">
                <a16:creationId xmlns:a16="http://schemas.microsoft.com/office/drawing/2014/main" id="{69965210-C197-08F7-9648-0C95FC6FD816}"/>
              </a:ext>
            </a:extLst>
          </p:cNvPr>
          <p:cNvSpPr>
            <a:spLocks noGrp="1"/>
          </p:cNvSpPr>
          <p:nvPr>
            <p:ph type="body" sz="quarter" idx="13" hasCustomPrompt="1"/>
          </p:nvPr>
        </p:nvSpPr>
        <p:spPr>
          <a:xfrm>
            <a:off x="621929" y="5287926"/>
            <a:ext cx="6866267" cy="381354"/>
          </a:xfrm>
          <a:prstGeom prst="rect">
            <a:avLst/>
          </a:prstGeom>
        </p:spPr>
        <p:txBody>
          <a:bodyPr/>
          <a:lstStyle>
            <a:lvl1pPr marL="0" indent="0">
              <a:buFontTx/>
              <a:buNone/>
              <a:defRPr sz="2800" b="0" i="0">
                <a:solidFill>
                  <a:schemeClr val="bg1"/>
                </a:solidFill>
                <a:latin typeface="Geologica ExtraLight" pitchFamily="2" charset="0"/>
                <a:ea typeface="Open Sans Light" panose="020B0306030504020204" pitchFamily="34" charset="0"/>
                <a:cs typeface="Open Sans Light" panose="020B0306030504020204" pitchFamily="34" charset="0"/>
              </a:defRPr>
            </a:lvl1pPr>
          </a:lstStyle>
          <a:p>
            <a:pPr lvl="0"/>
            <a:r>
              <a:rPr lang="en-US"/>
              <a:t>Short subhead if needed but one line</a:t>
            </a:r>
          </a:p>
        </p:txBody>
      </p:sp>
      <p:sp>
        <p:nvSpPr>
          <p:cNvPr id="3" name="Rectangle 2">
            <a:extLst>
              <a:ext uri="{FF2B5EF4-FFF2-40B4-BE49-F238E27FC236}">
                <a16:creationId xmlns:a16="http://schemas.microsoft.com/office/drawing/2014/main" id="{6CC79A82-8AB8-3C1E-E3E6-EC6A2B35E6B3}"/>
              </a:ext>
            </a:extLst>
          </p:cNvPr>
          <p:cNvSpPr/>
          <p:nvPr userDrawn="1"/>
        </p:nvSpPr>
        <p:spPr bwMode="gray">
          <a:xfrm rot="16200000">
            <a:off x="2537209" y="-2870765"/>
            <a:ext cx="6986954" cy="12470576"/>
          </a:xfrm>
          <a:prstGeom prst="rect">
            <a:avLst/>
          </a:prstGeom>
          <a:gradFill flip="none" rotWithShape="1">
            <a:gsLst>
              <a:gs pos="0">
                <a:schemeClr val="tx1">
                  <a:alpha val="43172"/>
                </a:schemeClr>
              </a:gs>
              <a:gs pos="100000">
                <a:schemeClr val="tx1">
                  <a:alpha val="0"/>
                </a:schemeClr>
              </a:gs>
            </a:gsLst>
            <a:lin ang="0" scaled="0"/>
            <a:tileRect/>
          </a:gradFill>
          <a:ln w="19050" algn="ctr">
            <a:noFill/>
            <a:miter lim="800000"/>
            <a:headEnd/>
            <a:tailEnd/>
          </a:ln>
        </p:spPr>
        <p:txBody>
          <a:bodyPr wrap="square" lIns="0" tIns="0" rIns="0" bIns="0" rtlCol="0" anchor="ctr"/>
          <a:lstStyle/>
          <a:p>
            <a:pPr algn="ctr"/>
            <a:endParaRPr lang="en-US"/>
          </a:p>
        </p:txBody>
      </p:sp>
      <p:pic>
        <p:nvPicPr>
          <p:cNvPr id="17" name="Picture 16">
            <a:extLst>
              <a:ext uri="{FF2B5EF4-FFF2-40B4-BE49-F238E27FC236}">
                <a16:creationId xmlns:a16="http://schemas.microsoft.com/office/drawing/2014/main" id="{7FB20F37-0643-0586-9FAB-AD9F7B5035A4}"/>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221"/>
          <a:stretch/>
        </p:blipFill>
        <p:spPr>
          <a:xfrm>
            <a:off x="0" y="-77463"/>
            <a:ext cx="12192000" cy="6935464"/>
          </a:xfrm>
          <a:prstGeom prst="rect">
            <a:avLst/>
          </a:prstGeom>
        </p:spPr>
      </p:pic>
      <p:pic>
        <p:nvPicPr>
          <p:cNvPr id="27" name="Picture 26">
            <a:extLst>
              <a:ext uri="{FF2B5EF4-FFF2-40B4-BE49-F238E27FC236}">
                <a16:creationId xmlns:a16="http://schemas.microsoft.com/office/drawing/2014/main" id="{B5137D7C-63F7-F6C1-CA25-85FA3FB8129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423248" y="5374398"/>
            <a:ext cx="2224790" cy="934852"/>
          </a:xfrm>
          <a:prstGeom prst="rect">
            <a:avLst/>
          </a:prstGeom>
        </p:spPr>
      </p:pic>
    </p:spTree>
    <p:extLst>
      <p:ext uri="{BB962C8B-B14F-4D97-AF65-F5344CB8AC3E}">
        <p14:creationId xmlns:p14="http://schemas.microsoft.com/office/powerpoint/2010/main" val="31840736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Subtitle and Content">
    <p:bg>
      <p:bgPr>
        <a:solidFill>
          <a:schemeClr val="bg1">
            <a:alpha val="85000"/>
          </a:schemeClr>
        </a:solidFill>
        <a:effectLst/>
      </p:bgPr>
    </p:bg>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51C03DB8-7AD4-6A88-EBA4-FAD7D9D1D5B8}"/>
              </a:ext>
            </a:extLst>
          </p:cNvPr>
          <p:cNvSpPr>
            <a:spLocks noGrp="1"/>
          </p:cNvSpPr>
          <p:nvPr>
            <p:ph type="body" sz="quarter" idx="17" hasCustomPrompt="1"/>
          </p:nvPr>
        </p:nvSpPr>
        <p:spPr>
          <a:xfrm>
            <a:off x="621927" y="1112739"/>
            <a:ext cx="8918605" cy="471910"/>
          </a:xfrm>
          <a:prstGeom prst="rect">
            <a:avLst/>
          </a:prstGeom>
        </p:spPr>
        <p:txBody>
          <a:bodyPr wrap="square">
            <a:noAutofit/>
          </a:bodyPr>
          <a:lstStyle>
            <a:lvl1pPr marL="0" marR="0" indent="0" algn="l" defTabSz="914400" rtl="0" eaLnBrk="1" fontAlgn="auto" latinLnBrk="0" hangingPunct="1">
              <a:lnSpc>
                <a:spcPct val="120000"/>
              </a:lnSpc>
              <a:spcBef>
                <a:spcPts val="0"/>
              </a:spcBef>
              <a:spcAft>
                <a:spcPts val="0"/>
              </a:spcAft>
              <a:buClrTx/>
              <a:buSzTx/>
              <a:buFontTx/>
              <a:buNone/>
              <a:tabLst/>
              <a:defRPr sz="2000" b="0" i="0">
                <a:solidFill>
                  <a:schemeClr val="tx1"/>
                </a:solidFill>
                <a:latin typeface="Geologica Light" pitchFamily="2" charset="0"/>
                <a:ea typeface="Verdana" panose="020B0604030504040204" pitchFamily="34" charset="0"/>
                <a:cs typeface="Verdana" panose="020B0604030504040204" pitchFamily="34" charset="0"/>
              </a:defRPr>
            </a:lvl1pPr>
            <a:lvl2pPr>
              <a:defRPr sz="1400"/>
            </a:lvl2pPr>
            <a:lvl3pPr>
              <a:defRPr sz="1400"/>
            </a:lvl3pPr>
            <a:lvl4pPr>
              <a:defRPr sz="1400"/>
            </a:lvl4pPr>
            <a:lvl5pPr>
              <a:defRPr sz="1400"/>
            </a:lvl5pPr>
          </a:lstStyle>
          <a:p>
            <a:pPr lvl="0"/>
            <a:r>
              <a:rPr lang="en-US" altLang="zh-CN"/>
              <a:t>Click</a:t>
            </a:r>
            <a:r>
              <a:rPr lang="zh-CN" altLang="en-US"/>
              <a:t> </a:t>
            </a:r>
            <a:r>
              <a:rPr lang="en-US" altLang="zh-CN"/>
              <a:t>here</a:t>
            </a:r>
            <a:r>
              <a:rPr lang="zh-CN" altLang="en-US"/>
              <a:t> </a:t>
            </a:r>
            <a:r>
              <a:rPr lang="en-US" altLang="zh-CN"/>
              <a:t>to</a:t>
            </a:r>
            <a:r>
              <a:rPr lang="zh-CN" altLang="en-US"/>
              <a:t> </a:t>
            </a:r>
            <a:r>
              <a:rPr lang="en-US" altLang="zh-CN"/>
              <a:t>edit</a:t>
            </a:r>
            <a:r>
              <a:rPr lang="zh-CN" altLang="en-US"/>
              <a:t> </a:t>
            </a:r>
            <a:r>
              <a:rPr lang="en-US" altLang="zh-CN"/>
              <a:t>subtitle</a:t>
            </a:r>
            <a:endParaRPr lang="en-US"/>
          </a:p>
        </p:txBody>
      </p:sp>
      <p:sp>
        <p:nvSpPr>
          <p:cNvPr id="8" name="Text Placeholder 10">
            <a:extLst>
              <a:ext uri="{FF2B5EF4-FFF2-40B4-BE49-F238E27FC236}">
                <a16:creationId xmlns:a16="http://schemas.microsoft.com/office/drawing/2014/main" id="{34F77752-F43D-4753-EC2A-6E6C30F4BDB2}"/>
              </a:ext>
            </a:extLst>
          </p:cNvPr>
          <p:cNvSpPr>
            <a:spLocks noGrp="1"/>
          </p:cNvSpPr>
          <p:nvPr>
            <p:ph type="body" sz="quarter" idx="18" hasCustomPrompt="1"/>
          </p:nvPr>
        </p:nvSpPr>
        <p:spPr>
          <a:xfrm>
            <a:off x="621929" y="594891"/>
            <a:ext cx="5219700" cy="471909"/>
          </a:xfrm>
          <a:prstGeom prst="rect">
            <a:avLst/>
          </a:prstGeom>
        </p:spPr>
        <p:txBody>
          <a:bodyPr wrap="square">
            <a:noAutofit/>
          </a:bodyPr>
          <a:lstStyle>
            <a:lvl1pPr marL="0" marR="0" indent="0" algn="l" defTabSz="914400" rtl="0" eaLnBrk="1" fontAlgn="auto" latinLnBrk="0" hangingPunct="1">
              <a:lnSpc>
                <a:spcPct val="120000"/>
              </a:lnSpc>
              <a:spcBef>
                <a:spcPts val="0"/>
              </a:spcBef>
              <a:spcAft>
                <a:spcPts val="0"/>
              </a:spcAft>
              <a:buClrTx/>
              <a:buSzTx/>
              <a:buFontTx/>
              <a:buNone/>
              <a:tabLst/>
              <a:defRPr sz="3000" b="0" i="0">
                <a:solidFill>
                  <a:schemeClr val="tx2"/>
                </a:solidFill>
                <a:latin typeface="Geologica" pitchFamily="2" charset="0"/>
              </a:defRPr>
            </a:lvl1pPr>
            <a:lvl2pPr>
              <a:defRPr sz="1400"/>
            </a:lvl2pPr>
            <a:lvl3pPr>
              <a:defRPr sz="1400"/>
            </a:lvl3pPr>
            <a:lvl4pPr>
              <a:defRPr sz="1400"/>
            </a:lvl4pPr>
            <a:lvl5pPr>
              <a:defRPr sz="1400"/>
            </a:lvl5pPr>
          </a:lstStyle>
          <a:p>
            <a:pPr lvl="0"/>
            <a:r>
              <a:rPr lang="en-US" altLang="zh-CN"/>
              <a:t>Click</a:t>
            </a:r>
            <a:r>
              <a:rPr lang="zh-CN" altLang="en-US"/>
              <a:t> </a:t>
            </a:r>
            <a:r>
              <a:rPr lang="en-US" altLang="zh-CN"/>
              <a:t>here</a:t>
            </a:r>
            <a:r>
              <a:rPr lang="zh-CN" altLang="en-US"/>
              <a:t> </a:t>
            </a:r>
            <a:r>
              <a:rPr lang="en-US" altLang="zh-CN"/>
              <a:t>to</a:t>
            </a:r>
            <a:r>
              <a:rPr lang="zh-CN" altLang="en-US"/>
              <a:t> </a:t>
            </a:r>
            <a:r>
              <a:rPr lang="en-US" altLang="zh-CN"/>
              <a:t>edit</a:t>
            </a:r>
            <a:r>
              <a:rPr lang="zh-CN" altLang="en-US"/>
              <a:t> </a:t>
            </a:r>
            <a:r>
              <a:rPr lang="en-US" altLang="zh-CN"/>
              <a:t>title</a:t>
            </a:r>
            <a:r>
              <a:rPr lang="zh-CN" altLang="en-US"/>
              <a:t> </a:t>
            </a:r>
            <a:endParaRPr lang="en-US"/>
          </a:p>
        </p:txBody>
      </p:sp>
      <p:sp>
        <p:nvSpPr>
          <p:cNvPr id="2" name="Text Placeholder 10">
            <a:extLst>
              <a:ext uri="{FF2B5EF4-FFF2-40B4-BE49-F238E27FC236}">
                <a16:creationId xmlns:a16="http://schemas.microsoft.com/office/drawing/2014/main" id="{8EFF1BA9-6A21-4FD1-C5EB-AECF99387423}"/>
              </a:ext>
            </a:extLst>
          </p:cNvPr>
          <p:cNvSpPr>
            <a:spLocks noGrp="1"/>
          </p:cNvSpPr>
          <p:nvPr>
            <p:ph type="body" sz="quarter" idx="19" hasCustomPrompt="1"/>
          </p:nvPr>
        </p:nvSpPr>
        <p:spPr>
          <a:xfrm>
            <a:off x="621927" y="1584649"/>
            <a:ext cx="10493405" cy="1283029"/>
          </a:xfrm>
          <a:prstGeom prst="rect">
            <a:avLst/>
          </a:prstGeom>
        </p:spPr>
        <p:txBody>
          <a:bodyPr wrap="square">
            <a:noAutofit/>
          </a:bodyPr>
          <a:lstStyle>
            <a:lvl1pPr marL="0" marR="0" indent="0" algn="l" defTabSz="914400" rtl="0" eaLnBrk="1" fontAlgn="auto" latinLnBrk="0" hangingPunct="1">
              <a:lnSpc>
                <a:spcPct val="120000"/>
              </a:lnSpc>
              <a:spcBef>
                <a:spcPts val="0"/>
              </a:spcBef>
              <a:spcAft>
                <a:spcPts val="0"/>
              </a:spcAft>
              <a:buClrTx/>
              <a:buSzTx/>
              <a:buFontTx/>
              <a:buNone/>
              <a:tabLst/>
              <a:defRPr sz="1600" b="0" i="0">
                <a:solidFill>
                  <a:schemeClr val="tx1"/>
                </a:solidFill>
                <a:latin typeface="Geologica Light" pitchFamily="2" charset="0"/>
                <a:ea typeface="Verdana" panose="020B0604030504040204" pitchFamily="34" charset="0"/>
                <a:cs typeface="Verdana" panose="020B0604030504040204" pitchFamily="34" charset="0"/>
              </a:defRPr>
            </a:lvl1pPr>
            <a:lvl2pPr>
              <a:defRPr sz="1400"/>
            </a:lvl2pPr>
            <a:lvl3pPr>
              <a:defRPr sz="1400"/>
            </a:lvl3pPr>
            <a:lvl4pPr>
              <a:defRPr sz="1400"/>
            </a:lvl4pPr>
            <a:lvl5pPr>
              <a:defRPr sz="1400"/>
            </a:lvl5pPr>
          </a:lstStyle>
          <a:p>
            <a:pPr marL="0" marR="0" lvl="0" indent="0" algn="l" defTabSz="914400" rtl="0" eaLnBrk="1" fontAlgn="auto" latinLnBrk="0" hangingPunct="1">
              <a:lnSpc>
                <a:spcPct val="120000"/>
              </a:lnSpc>
              <a:spcBef>
                <a:spcPts val="0"/>
              </a:spcBef>
              <a:spcAft>
                <a:spcPts val="0"/>
              </a:spcAft>
              <a:buClrTx/>
              <a:buSzTx/>
              <a:buFontTx/>
              <a:buNone/>
              <a:tabLst/>
              <a:defRPr/>
            </a:pPr>
            <a:r>
              <a:rPr lang="en-US"/>
              <a:t>Lorem ipsum dolor sit </a:t>
            </a:r>
            <a:r>
              <a:rPr lang="en-US" err="1"/>
              <a:t>amet</a:t>
            </a:r>
            <a:r>
              <a:rPr lang="en-US"/>
              <a:t>. Et </a:t>
            </a:r>
            <a:r>
              <a:rPr lang="en-US" err="1"/>
              <a:t>itaque</a:t>
            </a:r>
            <a:r>
              <a:rPr lang="en-US"/>
              <a:t> libero </a:t>
            </a:r>
            <a:r>
              <a:rPr lang="en-US" err="1"/>
              <a:t>eum</a:t>
            </a:r>
            <a:r>
              <a:rPr lang="en-US"/>
              <a:t> </a:t>
            </a:r>
            <a:r>
              <a:rPr lang="en-US" err="1"/>
              <a:t>aliquam</a:t>
            </a:r>
            <a:r>
              <a:rPr lang="en-US"/>
              <a:t> </a:t>
            </a:r>
            <a:r>
              <a:rPr lang="en-US" err="1"/>
              <a:t>quidem</a:t>
            </a:r>
            <a:r>
              <a:rPr lang="en-US"/>
              <a:t> ad </a:t>
            </a:r>
            <a:r>
              <a:rPr lang="en-US" err="1"/>
              <a:t>adipisci</a:t>
            </a:r>
            <a:r>
              <a:rPr lang="en-US"/>
              <a:t> </a:t>
            </a:r>
            <a:r>
              <a:rPr lang="en-US" err="1"/>
              <a:t>voluptas</a:t>
            </a:r>
            <a:r>
              <a:rPr lang="en-US"/>
              <a:t>. Eos </a:t>
            </a:r>
            <a:r>
              <a:rPr lang="en-US" err="1"/>
              <a:t>esse</a:t>
            </a:r>
            <a:r>
              <a:rPr lang="en-US"/>
              <a:t> </a:t>
            </a:r>
            <a:r>
              <a:rPr lang="en-US" err="1"/>
              <a:t>necessitatibus</a:t>
            </a:r>
            <a:r>
              <a:rPr lang="en-US"/>
              <a:t> sed </a:t>
            </a:r>
            <a:r>
              <a:rPr lang="en-US" err="1"/>
              <a:t>consectetur</a:t>
            </a:r>
            <a:r>
              <a:rPr lang="en-US"/>
              <a:t> provident et </a:t>
            </a:r>
            <a:r>
              <a:rPr lang="en-US" err="1"/>
              <a:t>modi</a:t>
            </a:r>
            <a:r>
              <a:rPr lang="en-US"/>
              <a:t> </a:t>
            </a:r>
            <a:r>
              <a:rPr lang="en-US" err="1"/>
              <a:t>expedita</a:t>
            </a:r>
            <a:r>
              <a:rPr lang="en-US"/>
              <a:t>. Mollis </a:t>
            </a:r>
            <a:r>
              <a:rPr lang="en-US" err="1"/>
              <a:t>pretium</a:t>
            </a:r>
            <a:r>
              <a:rPr lang="en-US"/>
              <a:t> lorem </a:t>
            </a:r>
            <a:r>
              <a:rPr lang="en-US" err="1"/>
              <a:t>primisetua</a:t>
            </a:r>
            <a:r>
              <a:rPr lang="en-US"/>
              <a:t>, </a:t>
            </a:r>
            <a:r>
              <a:rPr lang="en-US" err="1"/>
              <a:t>senectus</a:t>
            </a:r>
            <a:r>
              <a:rPr lang="en-US"/>
              <a:t> </a:t>
            </a:r>
            <a:r>
              <a:rPr lang="en-US" err="1"/>
              <a:t>habitasse</a:t>
            </a:r>
            <a:r>
              <a:rPr lang="en-US"/>
              <a:t> </a:t>
            </a:r>
            <a:r>
              <a:rPr lang="en-US" err="1"/>
              <a:t>lectusetu</a:t>
            </a:r>
            <a:r>
              <a:rPr lang="en-US"/>
              <a:t> </a:t>
            </a:r>
            <a:r>
              <a:rPr lang="en-US" err="1"/>
              <a:t>doler</a:t>
            </a:r>
            <a:r>
              <a:rPr lang="en-US"/>
              <a:t> </a:t>
            </a:r>
            <a:r>
              <a:rPr lang="en-US" err="1"/>
              <a:t>scelerisque</a:t>
            </a:r>
            <a:r>
              <a:rPr lang="en-US"/>
              <a:t> </a:t>
            </a:r>
            <a:r>
              <a:rPr lang="en-US" err="1"/>
              <a:t>donec</a:t>
            </a:r>
            <a:r>
              <a:rPr lang="en-US"/>
              <a:t>, </a:t>
            </a:r>
            <a:r>
              <a:rPr lang="en-US" err="1"/>
              <a:t>ultricies</a:t>
            </a:r>
            <a:r>
              <a:rPr lang="en-US"/>
              <a:t> </a:t>
            </a:r>
            <a:r>
              <a:rPr lang="en-US" err="1"/>
              <a:t>tortor</a:t>
            </a:r>
            <a:r>
              <a:rPr lang="en-US"/>
              <a:t> </a:t>
            </a:r>
            <a:r>
              <a:rPr lang="en-US" err="1"/>
              <a:t>suspendisse</a:t>
            </a:r>
            <a:r>
              <a:rPr lang="en-US"/>
              <a:t> </a:t>
            </a:r>
            <a:r>
              <a:rPr lang="en-US" err="1"/>
              <a:t>adipiscing</a:t>
            </a:r>
            <a:r>
              <a:rPr lang="en-US"/>
              <a:t> </a:t>
            </a:r>
            <a:r>
              <a:rPr lang="en-US" err="1"/>
              <a:t>fusce</a:t>
            </a:r>
            <a:r>
              <a:rPr lang="en-US"/>
              <a:t> </a:t>
            </a:r>
            <a:r>
              <a:rPr lang="en-US" err="1"/>
              <a:t>morbi</a:t>
            </a:r>
            <a:r>
              <a:rPr lang="en-US"/>
              <a:t> </a:t>
            </a:r>
            <a:r>
              <a:rPr lang="en-US" err="1"/>
              <a:t>volutpat</a:t>
            </a:r>
            <a:r>
              <a:rPr lang="en-US" altLang="zh-CN"/>
              <a:t>. </a:t>
            </a:r>
            <a:endParaRPr lang="en-US"/>
          </a:p>
          <a:p>
            <a:pPr lvl="0"/>
            <a:endParaRPr lang="en-US" altLang="zh-CN"/>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lang="en-US" altLang="zh-CN"/>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lang="en-US" altLang="zh-CN"/>
          </a:p>
          <a:p>
            <a:pPr lvl="0"/>
            <a:endParaRPr lang="en-US"/>
          </a:p>
          <a:p>
            <a:pPr lvl="0"/>
            <a:endParaRPr lang="en-US"/>
          </a:p>
        </p:txBody>
      </p:sp>
      <p:pic>
        <p:nvPicPr>
          <p:cNvPr id="3" name="Picture 2">
            <a:extLst>
              <a:ext uri="{FF2B5EF4-FFF2-40B4-BE49-F238E27FC236}">
                <a16:creationId xmlns:a16="http://schemas.microsoft.com/office/drawing/2014/main" id="{9C540C43-66B4-9F71-2F26-30906D7AFFB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395296" y="305377"/>
            <a:ext cx="1172928" cy="492862"/>
          </a:xfrm>
          <a:prstGeom prst="rect">
            <a:avLst/>
          </a:prstGeom>
        </p:spPr>
      </p:pic>
    </p:spTree>
    <p:extLst>
      <p:ext uri="{BB962C8B-B14F-4D97-AF65-F5344CB8AC3E}">
        <p14:creationId xmlns:p14="http://schemas.microsoft.com/office/powerpoint/2010/main" val="538790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with Imagery 2">
    <p:bg>
      <p:bgPr>
        <a:solidFill>
          <a:schemeClr val="bg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EE9CF50-6FFD-B298-5E31-F0ADBBD450DA}"/>
              </a:ext>
            </a:extLst>
          </p:cNvPr>
          <p:cNvSpPr txBox="1"/>
          <p:nvPr userDrawn="1"/>
        </p:nvSpPr>
        <p:spPr>
          <a:xfrm>
            <a:off x="3385038" y="6277708"/>
            <a:ext cx="0" cy="0"/>
          </a:xfrm>
          <a:prstGeom prst="rect">
            <a:avLst/>
          </a:prstGeom>
          <a:noFill/>
        </p:spPr>
        <p:txBody>
          <a:bodyPr wrap="none" lIns="0" tIns="0" rIns="0" bIns="0" rtlCol="0">
            <a:noAutofit/>
          </a:bodyPr>
          <a:lstStyle/>
          <a:p>
            <a:pPr algn="l">
              <a:spcBef>
                <a:spcPts val="600"/>
              </a:spcBef>
              <a:buSzPct val="100000"/>
            </a:pPr>
            <a:endParaRPr lang="en-US" sz="1200"/>
          </a:p>
        </p:txBody>
      </p:sp>
      <p:sp>
        <p:nvSpPr>
          <p:cNvPr id="16" name="TextBox 15">
            <a:extLst>
              <a:ext uri="{FF2B5EF4-FFF2-40B4-BE49-F238E27FC236}">
                <a16:creationId xmlns:a16="http://schemas.microsoft.com/office/drawing/2014/main" id="{F1CF181F-61CC-083D-EE84-DB5F7819AB27}"/>
              </a:ext>
            </a:extLst>
          </p:cNvPr>
          <p:cNvSpPr txBox="1"/>
          <p:nvPr userDrawn="1"/>
        </p:nvSpPr>
        <p:spPr>
          <a:xfrm>
            <a:off x="11472111" y="6454942"/>
            <a:ext cx="0" cy="0"/>
          </a:xfrm>
          <a:prstGeom prst="rect">
            <a:avLst/>
          </a:prstGeom>
          <a:noFill/>
        </p:spPr>
        <p:txBody>
          <a:bodyPr wrap="none" lIns="0" tIns="0" rIns="0" bIns="0" rtlCol="0">
            <a:noAutofit/>
          </a:bodyPr>
          <a:lstStyle/>
          <a:p>
            <a:pPr algn="l">
              <a:spcBef>
                <a:spcPts val="600"/>
              </a:spcBef>
              <a:buSzPct val="100000"/>
            </a:pPr>
            <a:endParaRPr lang="en-US" sz="1200"/>
          </a:p>
        </p:txBody>
      </p:sp>
      <p:sp>
        <p:nvSpPr>
          <p:cNvPr id="17" name="Rectangle 16">
            <a:extLst>
              <a:ext uri="{FF2B5EF4-FFF2-40B4-BE49-F238E27FC236}">
                <a16:creationId xmlns:a16="http://schemas.microsoft.com/office/drawing/2014/main" id="{24FC5B45-66E0-9063-19ED-E61424189EF3}"/>
              </a:ext>
            </a:extLst>
          </p:cNvPr>
          <p:cNvSpPr>
            <a:spLocks/>
          </p:cNvSpPr>
          <p:nvPr userDrawn="1"/>
        </p:nvSpPr>
        <p:spPr bwMode="auto">
          <a:xfrm>
            <a:off x="10784743" y="6405468"/>
            <a:ext cx="785328"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oAutofit/>
          </a:bodyPr>
          <a:lstStyle/>
          <a:p>
            <a:pPr algn="r"/>
            <a:fld id="{C84F2FB2-4A16-1542-BD5E-F56870239E74}" type="slidenum">
              <a:rPr lang="en-US" sz="800" smtClean="0">
                <a:solidFill>
                  <a:schemeClr val="bg1"/>
                </a:solidFill>
                <a:latin typeface="Open Sans Light" charset="0"/>
                <a:ea typeface="Open Sans Light" charset="0"/>
                <a:cs typeface="Open Sans Light" charset="0"/>
                <a:sym typeface="Frutiger Next Pro Light" charset="0"/>
              </a:rPr>
              <a:pPr algn="r"/>
              <a:t>‹#›</a:t>
            </a:fld>
            <a:endParaRPr lang="en-US" sz="800">
              <a:solidFill>
                <a:schemeClr val="bg1"/>
              </a:solidFill>
              <a:latin typeface="Open Sans Light" charset="0"/>
              <a:ea typeface="Open Sans Light" charset="0"/>
              <a:cs typeface="Open Sans Light" charset="0"/>
              <a:sym typeface="Frutiger Next Pro Light" charset="0"/>
            </a:endParaRPr>
          </a:p>
        </p:txBody>
      </p:sp>
      <p:sp>
        <p:nvSpPr>
          <p:cNvPr id="7" name="Text Placeholder 10">
            <a:extLst>
              <a:ext uri="{FF2B5EF4-FFF2-40B4-BE49-F238E27FC236}">
                <a16:creationId xmlns:a16="http://schemas.microsoft.com/office/drawing/2014/main" id="{9078AB56-24D0-A98B-32EC-E3A885769F67}"/>
              </a:ext>
            </a:extLst>
          </p:cNvPr>
          <p:cNvSpPr>
            <a:spLocks noGrp="1"/>
          </p:cNvSpPr>
          <p:nvPr>
            <p:ph type="body" sz="quarter" idx="16" hasCustomPrompt="1"/>
          </p:nvPr>
        </p:nvSpPr>
        <p:spPr>
          <a:xfrm>
            <a:off x="6597605" y="3178833"/>
            <a:ext cx="4919062" cy="1328142"/>
          </a:xfrm>
          <a:prstGeom prst="rect">
            <a:avLst/>
          </a:prstGeom>
        </p:spPr>
        <p:txBody>
          <a:bodyPr wrap="square">
            <a:noAutofit/>
          </a:bodyPr>
          <a:lstStyle>
            <a:lvl1pPr marL="0" marR="0" indent="0" algn="l" defTabSz="914400" rtl="0" eaLnBrk="1" fontAlgn="auto" latinLnBrk="0" hangingPunct="1">
              <a:lnSpc>
                <a:spcPct val="120000"/>
              </a:lnSpc>
              <a:spcBef>
                <a:spcPts val="0"/>
              </a:spcBef>
              <a:spcAft>
                <a:spcPts val="0"/>
              </a:spcAft>
              <a:buClrTx/>
              <a:buSzTx/>
              <a:buFontTx/>
              <a:buNone/>
              <a:tabLst/>
              <a:defRPr sz="1600" b="0" i="0">
                <a:solidFill>
                  <a:schemeClr val="tx1"/>
                </a:solidFill>
                <a:latin typeface="Geologica Light" pitchFamily="2" charset="0"/>
                <a:ea typeface="Verdana" panose="020B0604030504040204" pitchFamily="34" charset="0"/>
                <a:cs typeface="Verdana" panose="020B0604030504040204" pitchFamily="34" charset="0"/>
              </a:defRPr>
            </a:lvl1pPr>
            <a:lvl2pPr>
              <a:defRPr sz="1400"/>
            </a:lvl2pPr>
            <a:lvl3pPr>
              <a:defRPr sz="1400"/>
            </a:lvl3pPr>
            <a:lvl4pPr>
              <a:defRPr sz="1400"/>
            </a:lvl4pPr>
            <a:lvl5pPr>
              <a:defRPr sz="1400"/>
            </a:lvl5pPr>
          </a:lstStyle>
          <a:p>
            <a:pPr lvl="0"/>
            <a:r>
              <a:rPr lang="en-US"/>
              <a:t>Lorem ipsum dolor sit </a:t>
            </a:r>
            <a:r>
              <a:rPr lang="en-US" err="1"/>
              <a:t>amet</a:t>
            </a:r>
            <a:r>
              <a:rPr lang="en-US"/>
              <a:t>. Et </a:t>
            </a:r>
            <a:r>
              <a:rPr lang="en-US" err="1"/>
              <a:t>itaque</a:t>
            </a:r>
            <a:r>
              <a:rPr lang="en-US"/>
              <a:t> libero </a:t>
            </a:r>
            <a:r>
              <a:rPr lang="en-US" err="1"/>
              <a:t>eum</a:t>
            </a:r>
            <a:r>
              <a:rPr lang="en-US"/>
              <a:t> </a:t>
            </a:r>
            <a:r>
              <a:rPr lang="en-US" err="1"/>
              <a:t>aliquam</a:t>
            </a:r>
            <a:r>
              <a:rPr lang="en-US"/>
              <a:t> </a:t>
            </a:r>
            <a:r>
              <a:rPr lang="en-US" err="1"/>
              <a:t>quidem</a:t>
            </a:r>
            <a:r>
              <a:rPr lang="en-US"/>
              <a:t> ad </a:t>
            </a:r>
            <a:r>
              <a:rPr lang="en-US" err="1"/>
              <a:t>adipisci</a:t>
            </a:r>
            <a:r>
              <a:rPr lang="en-US"/>
              <a:t> </a:t>
            </a:r>
            <a:r>
              <a:rPr lang="en-US" err="1"/>
              <a:t>voluptas</a:t>
            </a:r>
            <a:r>
              <a:rPr lang="en-US"/>
              <a:t>. Eos </a:t>
            </a:r>
            <a:r>
              <a:rPr lang="en-US" err="1"/>
              <a:t>esse</a:t>
            </a:r>
            <a:r>
              <a:rPr lang="en-US"/>
              <a:t> </a:t>
            </a:r>
            <a:r>
              <a:rPr lang="en-US" err="1"/>
              <a:t>necessitatibus</a:t>
            </a:r>
            <a:r>
              <a:rPr lang="en-US"/>
              <a:t> et </a:t>
            </a:r>
            <a:r>
              <a:rPr lang="en-US" err="1"/>
              <a:t>natus</a:t>
            </a:r>
            <a:r>
              <a:rPr lang="en-US"/>
              <a:t> minima sed </a:t>
            </a:r>
            <a:r>
              <a:rPr lang="en-US" err="1"/>
              <a:t>consectetur</a:t>
            </a:r>
            <a:r>
              <a:rPr lang="en-US"/>
              <a:t> provident et </a:t>
            </a:r>
            <a:r>
              <a:rPr lang="en-US" err="1"/>
              <a:t>modi</a:t>
            </a:r>
            <a:r>
              <a:rPr lang="en-US"/>
              <a:t> </a:t>
            </a:r>
            <a:r>
              <a:rPr lang="en-US" err="1"/>
              <a:t>expedita</a:t>
            </a:r>
            <a:r>
              <a:rPr lang="en-US"/>
              <a:t>.</a:t>
            </a:r>
          </a:p>
        </p:txBody>
      </p:sp>
      <p:sp>
        <p:nvSpPr>
          <p:cNvPr id="8" name="Text Placeholder 10">
            <a:extLst>
              <a:ext uri="{FF2B5EF4-FFF2-40B4-BE49-F238E27FC236}">
                <a16:creationId xmlns:a16="http://schemas.microsoft.com/office/drawing/2014/main" id="{C80EF36E-DE24-7CE2-BD68-A59D8FAA38EF}"/>
              </a:ext>
            </a:extLst>
          </p:cNvPr>
          <p:cNvSpPr>
            <a:spLocks noGrp="1"/>
          </p:cNvSpPr>
          <p:nvPr>
            <p:ph type="body" sz="quarter" idx="18" hasCustomPrompt="1"/>
          </p:nvPr>
        </p:nvSpPr>
        <p:spPr>
          <a:xfrm>
            <a:off x="6556663" y="2527143"/>
            <a:ext cx="5219700" cy="471909"/>
          </a:xfrm>
          <a:prstGeom prst="rect">
            <a:avLst/>
          </a:prstGeom>
        </p:spPr>
        <p:txBody>
          <a:bodyPr wrap="square">
            <a:noAutofit/>
          </a:bodyPr>
          <a:lstStyle>
            <a:lvl1pPr marL="0" marR="0" indent="0" algn="l" defTabSz="914400" rtl="0" eaLnBrk="1" fontAlgn="auto" latinLnBrk="0" hangingPunct="1">
              <a:lnSpc>
                <a:spcPct val="120000"/>
              </a:lnSpc>
              <a:spcBef>
                <a:spcPts val="0"/>
              </a:spcBef>
              <a:spcAft>
                <a:spcPts val="0"/>
              </a:spcAft>
              <a:buClrTx/>
              <a:buSzTx/>
              <a:buFontTx/>
              <a:buNone/>
              <a:tabLst/>
              <a:defRPr sz="3000" b="0" i="0">
                <a:solidFill>
                  <a:schemeClr val="tx2"/>
                </a:solidFill>
                <a:latin typeface="Geologica" pitchFamily="2" charset="0"/>
              </a:defRPr>
            </a:lvl1pPr>
            <a:lvl2pPr>
              <a:defRPr sz="1400"/>
            </a:lvl2pPr>
            <a:lvl3pPr>
              <a:defRPr sz="1400"/>
            </a:lvl3pPr>
            <a:lvl4pPr>
              <a:defRPr sz="1400"/>
            </a:lvl4pPr>
            <a:lvl5pPr>
              <a:defRPr sz="1400"/>
            </a:lvl5pPr>
          </a:lstStyle>
          <a:p>
            <a:pPr lvl="0"/>
            <a:r>
              <a:rPr lang="en-US" altLang="zh-CN"/>
              <a:t>Click</a:t>
            </a:r>
            <a:r>
              <a:rPr lang="zh-CN" altLang="en-US"/>
              <a:t> </a:t>
            </a:r>
            <a:r>
              <a:rPr lang="en-US" altLang="zh-CN"/>
              <a:t>here</a:t>
            </a:r>
            <a:r>
              <a:rPr lang="zh-CN" altLang="en-US"/>
              <a:t> </a:t>
            </a:r>
            <a:r>
              <a:rPr lang="en-US" altLang="zh-CN"/>
              <a:t>to</a:t>
            </a:r>
            <a:r>
              <a:rPr lang="zh-CN" altLang="en-US"/>
              <a:t> </a:t>
            </a:r>
            <a:r>
              <a:rPr lang="en-US" altLang="zh-CN"/>
              <a:t>edit</a:t>
            </a:r>
            <a:r>
              <a:rPr lang="zh-CN" altLang="en-US"/>
              <a:t> </a:t>
            </a:r>
            <a:r>
              <a:rPr lang="en-US" altLang="zh-CN"/>
              <a:t>title</a:t>
            </a:r>
            <a:r>
              <a:rPr lang="zh-CN" altLang="en-US"/>
              <a:t> </a:t>
            </a:r>
            <a:endParaRPr lang="en-US"/>
          </a:p>
        </p:txBody>
      </p:sp>
      <p:pic>
        <p:nvPicPr>
          <p:cNvPr id="2" name="Picture 1">
            <a:extLst>
              <a:ext uri="{FF2B5EF4-FFF2-40B4-BE49-F238E27FC236}">
                <a16:creationId xmlns:a16="http://schemas.microsoft.com/office/drawing/2014/main" id="{93F2C176-79D4-41F1-31E0-CFB72CD367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395296" y="305377"/>
            <a:ext cx="1172928" cy="492862"/>
          </a:xfrm>
          <a:prstGeom prst="rect">
            <a:avLst/>
          </a:prstGeom>
        </p:spPr>
      </p:pic>
      <p:sp>
        <p:nvSpPr>
          <p:cNvPr id="11" name="Rectangle 1">
            <a:extLst>
              <a:ext uri="{FF2B5EF4-FFF2-40B4-BE49-F238E27FC236}">
                <a16:creationId xmlns:a16="http://schemas.microsoft.com/office/drawing/2014/main" id="{B7F1B0FC-E5D0-3F4E-8143-87C6EB2B1E04}"/>
              </a:ext>
            </a:extLst>
          </p:cNvPr>
          <p:cNvSpPr>
            <a:spLocks noChangeArrowheads="1"/>
          </p:cNvSpPr>
          <p:nvPr userDrawn="1"/>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pic>
        <p:nvPicPr>
          <p:cNvPr id="13" name="Picture 12" descr="A collage of people in reflective vests&#10;&#10;Description automatically generated">
            <a:extLst>
              <a:ext uri="{FF2B5EF4-FFF2-40B4-BE49-F238E27FC236}">
                <a16:creationId xmlns:a16="http://schemas.microsoft.com/office/drawing/2014/main" id="{7CDC93AF-2B6E-D3F2-32F3-0D30EA87C2D6}"/>
              </a:ext>
            </a:extLst>
          </p:cNvPr>
          <p:cNvPicPr>
            <a:picLocks noChangeAspect="1"/>
          </p:cNvPicPr>
          <p:nvPr userDrawn="1"/>
        </p:nvPicPr>
        <p:blipFill>
          <a:blip r:embed="rId3"/>
          <a:stretch>
            <a:fillRect/>
          </a:stretch>
        </p:blipFill>
        <p:spPr>
          <a:xfrm>
            <a:off x="1050966" y="1039875"/>
            <a:ext cx="4875889" cy="4778249"/>
          </a:xfrm>
          <a:prstGeom prst="rect">
            <a:avLst/>
          </a:prstGeom>
        </p:spPr>
      </p:pic>
    </p:spTree>
    <p:extLst>
      <p:ext uri="{BB962C8B-B14F-4D97-AF65-F5344CB8AC3E}">
        <p14:creationId xmlns:p14="http://schemas.microsoft.com/office/powerpoint/2010/main" val="70373465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accent1"/>
        </a:solidFill>
        <a:effectLst/>
      </p:bgPr>
    </p:bg>
    <p:spTree>
      <p:nvGrpSpPr>
        <p:cNvPr id="1" name=""/>
        <p:cNvGrpSpPr/>
        <p:nvPr/>
      </p:nvGrpSpPr>
      <p:grpSpPr>
        <a:xfrm>
          <a:off x="0" y="0"/>
          <a:ext cx="0" cy="0"/>
          <a:chOff x="0" y="0"/>
          <a:chExt cx="0" cy="0"/>
        </a:xfrm>
      </p:grpSpPr>
      <p:pic>
        <p:nvPicPr>
          <p:cNvPr id="3" name="Picture 2" descr="A black square with a brown square in the middle&#10;&#10;Description automatically generated">
            <a:extLst>
              <a:ext uri="{FF2B5EF4-FFF2-40B4-BE49-F238E27FC236}">
                <a16:creationId xmlns:a16="http://schemas.microsoft.com/office/drawing/2014/main" id="{3B4357DA-3084-D2B5-CA71-2AE60A0097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l="37931" t="4257" r="-9581" b="14596"/>
          <a:stretch/>
        </p:blipFill>
        <p:spPr>
          <a:xfrm>
            <a:off x="0" y="0"/>
            <a:ext cx="6096000" cy="6858000"/>
          </a:xfrm>
          <a:prstGeom prst="rect">
            <a:avLst/>
          </a:prstGeom>
        </p:spPr>
      </p:pic>
      <p:sp>
        <p:nvSpPr>
          <p:cNvPr id="7" name="TextBox 6">
            <a:extLst>
              <a:ext uri="{FF2B5EF4-FFF2-40B4-BE49-F238E27FC236}">
                <a16:creationId xmlns:a16="http://schemas.microsoft.com/office/drawing/2014/main" id="{711A24FC-C117-1786-4B47-6C8EA8BEB8B1}"/>
              </a:ext>
            </a:extLst>
          </p:cNvPr>
          <p:cNvSpPr txBox="1"/>
          <p:nvPr userDrawn="1"/>
        </p:nvSpPr>
        <p:spPr>
          <a:xfrm>
            <a:off x="3805084" y="3244646"/>
            <a:ext cx="3156155" cy="752168"/>
          </a:xfrm>
          <a:prstGeom prst="rect">
            <a:avLst/>
          </a:prstGeom>
          <a:noFill/>
        </p:spPr>
        <p:txBody>
          <a:bodyPr wrap="square" lIns="0" tIns="0" rIns="0" bIns="0" rtlCol="0">
            <a:noAutofit/>
          </a:bodyPr>
          <a:lstStyle/>
          <a:p>
            <a:pPr algn="l">
              <a:spcBef>
                <a:spcPts val="600"/>
              </a:spcBef>
              <a:buSzPct val="100000"/>
            </a:pPr>
            <a:r>
              <a:rPr lang="en-US" sz="4800" b="0" i="0">
                <a:solidFill>
                  <a:schemeClr val="accent2"/>
                </a:solidFill>
                <a:latin typeface="Geologica Light" pitchFamily="2" charset="0"/>
              </a:rPr>
              <a:t>Thank You</a:t>
            </a:r>
          </a:p>
        </p:txBody>
      </p:sp>
    </p:spTree>
    <p:extLst>
      <p:ext uri="{BB962C8B-B14F-4D97-AF65-F5344CB8AC3E}">
        <p14:creationId xmlns:p14="http://schemas.microsoft.com/office/powerpoint/2010/main" val="1917464330"/>
      </p:ext>
    </p:extLst>
  </p:cSld>
  <p:clrMapOvr>
    <a:masterClrMapping/>
  </p:clrMapOvr>
  <p:transition/>
  <p:extLst>
    <p:ext uri="{DCECCB84-F9BA-43D5-87BE-67443E8EF086}">
      <p15:sldGuideLst xmlns:p15="http://schemas.microsoft.com/office/powerpoint/2012/main">
        <p15:guide id="1"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Divider-Dark-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DA9BAF7-9CF6-5841-AD8E-FFB5205BEB12}"/>
              </a:ext>
            </a:extLst>
          </p:cNvPr>
          <p:cNvSpPr>
            <a:spLocks noGrp="1"/>
          </p:cNvSpPr>
          <p:nvPr>
            <p:ph type="body" sz="quarter" idx="10" hasCustomPrompt="1"/>
          </p:nvPr>
        </p:nvSpPr>
        <p:spPr>
          <a:xfrm>
            <a:off x="650790" y="1391732"/>
            <a:ext cx="6578409" cy="724147"/>
          </a:xfrm>
          <a:prstGeom prst="rect">
            <a:avLst/>
          </a:prstGeom>
        </p:spPr>
        <p:txBody>
          <a:bodyPr/>
          <a:lstStyle>
            <a:lvl1pPr marL="0" indent="0">
              <a:lnSpc>
                <a:spcPct val="90000"/>
              </a:lnSpc>
              <a:buNone/>
              <a:defRPr sz="4400" b="1" i="0">
                <a:solidFill>
                  <a:schemeClr val="bg1"/>
                </a:solidFill>
                <a:latin typeface="Montserrat SemiBold" pitchFamily="2" charset="77"/>
              </a:defRPr>
            </a:lvl1pPr>
            <a:lvl2pPr>
              <a:defRPr sz="4400" b="1" i="0">
                <a:solidFill>
                  <a:schemeClr val="bg1"/>
                </a:solidFill>
                <a:latin typeface="Montserrat SemiBold" pitchFamily="2" charset="77"/>
              </a:defRPr>
            </a:lvl2pPr>
            <a:lvl3pPr>
              <a:defRPr sz="4400" b="1" i="0">
                <a:solidFill>
                  <a:schemeClr val="bg1"/>
                </a:solidFill>
                <a:latin typeface="Montserrat SemiBold" pitchFamily="2" charset="77"/>
              </a:defRPr>
            </a:lvl3pPr>
            <a:lvl4pPr>
              <a:defRPr sz="4400" b="1" i="0">
                <a:solidFill>
                  <a:schemeClr val="bg1"/>
                </a:solidFill>
                <a:latin typeface="Montserrat SemiBold" pitchFamily="2" charset="77"/>
              </a:defRPr>
            </a:lvl4pPr>
            <a:lvl5pPr>
              <a:defRPr sz="4400" b="1" i="0">
                <a:solidFill>
                  <a:schemeClr val="bg1"/>
                </a:solidFill>
                <a:latin typeface="Montserrat SemiBold" pitchFamily="2" charset="77"/>
              </a:defRPr>
            </a:lvl5pPr>
          </a:lstStyle>
          <a:p>
            <a:pPr lvl="0"/>
            <a:r>
              <a:rPr lang="en-US"/>
              <a:t>Section Title</a:t>
            </a:r>
          </a:p>
        </p:txBody>
      </p:sp>
      <p:sp>
        <p:nvSpPr>
          <p:cNvPr id="6" name="Text Placeholder 12">
            <a:extLst>
              <a:ext uri="{FF2B5EF4-FFF2-40B4-BE49-F238E27FC236}">
                <a16:creationId xmlns:a16="http://schemas.microsoft.com/office/drawing/2014/main" id="{015924EB-B7C6-B44F-9370-05D45757CDB8}"/>
              </a:ext>
            </a:extLst>
          </p:cNvPr>
          <p:cNvSpPr>
            <a:spLocks noGrp="1"/>
          </p:cNvSpPr>
          <p:nvPr>
            <p:ph type="body" sz="quarter" idx="11" hasCustomPrompt="1"/>
          </p:nvPr>
        </p:nvSpPr>
        <p:spPr>
          <a:xfrm>
            <a:off x="650791" y="2166970"/>
            <a:ext cx="6589039" cy="2139216"/>
          </a:xfrm>
          <a:prstGeom prst="rect">
            <a:avLst/>
          </a:prstGeom>
        </p:spPr>
        <p:txBody>
          <a:bodyPr/>
          <a:lstStyle>
            <a:lvl1pPr marL="0" indent="0">
              <a:lnSpc>
                <a:spcPct val="100000"/>
              </a:lnSpc>
              <a:buNone/>
              <a:defRPr sz="2000" b="0" i="0">
                <a:solidFill>
                  <a:schemeClr val="bg1"/>
                </a:solidFill>
                <a:latin typeface="Montserrat Medium" pitchFamily="2" charset="77"/>
              </a:defRPr>
            </a:lvl1pPr>
            <a:lvl2pPr>
              <a:defRPr sz="3000" b="0" i="0">
                <a:solidFill>
                  <a:schemeClr val="bg1"/>
                </a:solidFill>
                <a:latin typeface="Exo Light" pitchFamily="2" charset="77"/>
              </a:defRPr>
            </a:lvl2pPr>
            <a:lvl3pPr>
              <a:defRPr sz="3000" b="0" i="0">
                <a:solidFill>
                  <a:schemeClr val="bg1"/>
                </a:solidFill>
                <a:latin typeface="Exo Light" pitchFamily="2" charset="77"/>
              </a:defRPr>
            </a:lvl3pPr>
            <a:lvl4pPr>
              <a:defRPr sz="3000" b="0" i="0">
                <a:solidFill>
                  <a:schemeClr val="bg1"/>
                </a:solidFill>
                <a:latin typeface="Exo Light" pitchFamily="2" charset="77"/>
              </a:defRPr>
            </a:lvl4pPr>
            <a:lvl5pPr>
              <a:defRPr sz="3000" b="0" i="0">
                <a:solidFill>
                  <a:schemeClr val="bg1"/>
                </a:solidFill>
                <a:latin typeface="Exo Light" pitchFamily="2" charset="77"/>
              </a:defRPr>
            </a:lvl5pPr>
          </a:lstStyle>
          <a:p>
            <a:pPr lvl="0"/>
            <a:r>
              <a:rPr lang="en-US"/>
              <a:t>Subtitle text here</a:t>
            </a:r>
          </a:p>
        </p:txBody>
      </p:sp>
    </p:spTree>
    <p:extLst>
      <p:ext uri="{BB962C8B-B14F-4D97-AF65-F5344CB8AC3E}">
        <p14:creationId xmlns:p14="http://schemas.microsoft.com/office/powerpoint/2010/main" val="27324196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ivider-Dark-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DA9BAF7-9CF6-5841-AD8E-FFB5205BEB12}"/>
              </a:ext>
            </a:extLst>
          </p:cNvPr>
          <p:cNvSpPr>
            <a:spLocks noGrp="1"/>
          </p:cNvSpPr>
          <p:nvPr>
            <p:ph type="body" sz="quarter" idx="10" hasCustomPrompt="1"/>
          </p:nvPr>
        </p:nvSpPr>
        <p:spPr>
          <a:xfrm>
            <a:off x="650790" y="1391732"/>
            <a:ext cx="6578409" cy="724147"/>
          </a:xfrm>
          <a:prstGeom prst="rect">
            <a:avLst/>
          </a:prstGeom>
        </p:spPr>
        <p:txBody>
          <a:bodyPr/>
          <a:lstStyle>
            <a:lvl1pPr marL="0" indent="0">
              <a:lnSpc>
                <a:spcPct val="90000"/>
              </a:lnSpc>
              <a:buNone/>
              <a:defRPr sz="4400" b="1" i="0">
                <a:solidFill>
                  <a:schemeClr val="bg1"/>
                </a:solidFill>
                <a:latin typeface="Montserrat SemiBold" pitchFamily="2" charset="77"/>
              </a:defRPr>
            </a:lvl1pPr>
            <a:lvl2pPr>
              <a:defRPr sz="4400" b="1" i="0">
                <a:solidFill>
                  <a:schemeClr val="bg1"/>
                </a:solidFill>
                <a:latin typeface="Montserrat SemiBold" pitchFamily="2" charset="77"/>
              </a:defRPr>
            </a:lvl2pPr>
            <a:lvl3pPr>
              <a:defRPr sz="4400" b="1" i="0">
                <a:solidFill>
                  <a:schemeClr val="bg1"/>
                </a:solidFill>
                <a:latin typeface="Montserrat SemiBold" pitchFamily="2" charset="77"/>
              </a:defRPr>
            </a:lvl3pPr>
            <a:lvl4pPr>
              <a:defRPr sz="4400" b="1" i="0">
                <a:solidFill>
                  <a:schemeClr val="bg1"/>
                </a:solidFill>
                <a:latin typeface="Montserrat SemiBold" pitchFamily="2" charset="77"/>
              </a:defRPr>
            </a:lvl4pPr>
            <a:lvl5pPr>
              <a:defRPr sz="4400" b="1" i="0">
                <a:solidFill>
                  <a:schemeClr val="bg1"/>
                </a:solidFill>
                <a:latin typeface="Montserrat SemiBold" pitchFamily="2" charset="77"/>
              </a:defRPr>
            </a:lvl5pPr>
          </a:lstStyle>
          <a:p>
            <a:pPr lvl="0"/>
            <a:r>
              <a:rPr lang="en-US"/>
              <a:t>Section Title</a:t>
            </a:r>
          </a:p>
        </p:txBody>
      </p:sp>
      <p:sp>
        <p:nvSpPr>
          <p:cNvPr id="6" name="Text Placeholder 12">
            <a:extLst>
              <a:ext uri="{FF2B5EF4-FFF2-40B4-BE49-F238E27FC236}">
                <a16:creationId xmlns:a16="http://schemas.microsoft.com/office/drawing/2014/main" id="{015924EB-B7C6-B44F-9370-05D45757CDB8}"/>
              </a:ext>
            </a:extLst>
          </p:cNvPr>
          <p:cNvSpPr>
            <a:spLocks noGrp="1"/>
          </p:cNvSpPr>
          <p:nvPr>
            <p:ph type="body" sz="quarter" idx="11" hasCustomPrompt="1"/>
          </p:nvPr>
        </p:nvSpPr>
        <p:spPr>
          <a:xfrm>
            <a:off x="650791" y="2166970"/>
            <a:ext cx="6589039" cy="2139216"/>
          </a:xfrm>
          <a:prstGeom prst="rect">
            <a:avLst/>
          </a:prstGeom>
        </p:spPr>
        <p:txBody>
          <a:bodyPr/>
          <a:lstStyle>
            <a:lvl1pPr marL="0" indent="0">
              <a:lnSpc>
                <a:spcPct val="100000"/>
              </a:lnSpc>
              <a:buNone/>
              <a:defRPr sz="2000" b="0" i="0">
                <a:solidFill>
                  <a:schemeClr val="bg1"/>
                </a:solidFill>
                <a:latin typeface="Montserrat Medium" pitchFamily="2" charset="77"/>
              </a:defRPr>
            </a:lvl1pPr>
            <a:lvl2pPr>
              <a:defRPr sz="3000" b="0" i="0">
                <a:solidFill>
                  <a:schemeClr val="bg1"/>
                </a:solidFill>
                <a:latin typeface="Exo Light" pitchFamily="2" charset="77"/>
              </a:defRPr>
            </a:lvl2pPr>
            <a:lvl3pPr>
              <a:defRPr sz="3000" b="0" i="0">
                <a:solidFill>
                  <a:schemeClr val="bg1"/>
                </a:solidFill>
                <a:latin typeface="Exo Light" pitchFamily="2" charset="77"/>
              </a:defRPr>
            </a:lvl3pPr>
            <a:lvl4pPr>
              <a:defRPr sz="3000" b="0" i="0">
                <a:solidFill>
                  <a:schemeClr val="bg1"/>
                </a:solidFill>
                <a:latin typeface="Exo Light" pitchFamily="2" charset="77"/>
              </a:defRPr>
            </a:lvl4pPr>
            <a:lvl5pPr>
              <a:defRPr sz="3000" b="0" i="0">
                <a:solidFill>
                  <a:schemeClr val="bg1"/>
                </a:solidFill>
                <a:latin typeface="Exo Light" pitchFamily="2" charset="77"/>
              </a:defRPr>
            </a:lvl5pPr>
          </a:lstStyle>
          <a:p>
            <a:pPr lvl="0"/>
            <a:r>
              <a:rPr lang="en-US"/>
              <a:t>Subtitle text here</a:t>
            </a:r>
          </a:p>
        </p:txBody>
      </p:sp>
    </p:spTree>
    <p:extLst>
      <p:ext uri="{BB962C8B-B14F-4D97-AF65-F5344CB8AC3E}">
        <p14:creationId xmlns:p14="http://schemas.microsoft.com/office/powerpoint/2010/main" val="2732419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Dark-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DA9BAF7-9CF6-5841-AD8E-FFB5205BEB12}"/>
              </a:ext>
            </a:extLst>
          </p:cNvPr>
          <p:cNvSpPr>
            <a:spLocks noGrp="1"/>
          </p:cNvSpPr>
          <p:nvPr>
            <p:ph type="body" sz="quarter" idx="10" hasCustomPrompt="1"/>
          </p:nvPr>
        </p:nvSpPr>
        <p:spPr>
          <a:xfrm>
            <a:off x="650790" y="1391732"/>
            <a:ext cx="6578409" cy="724147"/>
          </a:xfrm>
          <a:prstGeom prst="rect">
            <a:avLst/>
          </a:prstGeom>
        </p:spPr>
        <p:txBody>
          <a:bodyPr/>
          <a:lstStyle>
            <a:lvl1pPr marL="0" indent="0">
              <a:lnSpc>
                <a:spcPct val="90000"/>
              </a:lnSpc>
              <a:buNone/>
              <a:defRPr sz="4400" b="1" i="0">
                <a:solidFill>
                  <a:schemeClr val="bg1"/>
                </a:solidFill>
                <a:latin typeface="Montserrat SemiBold" pitchFamily="2" charset="77"/>
              </a:defRPr>
            </a:lvl1pPr>
            <a:lvl2pPr>
              <a:defRPr sz="4400" b="1" i="0">
                <a:solidFill>
                  <a:schemeClr val="bg1"/>
                </a:solidFill>
                <a:latin typeface="Montserrat SemiBold" pitchFamily="2" charset="77"/>
              </a:defRPr>
            </a:lvl2pPr>
            <a:lvl3pPr>
              <a:defRPr sz="4400" b="1" i="0">
                <a:solidFill>
                  <a:schemeClr val="bg1"/>
                </a:solidFill>
                <a:latin typeface="Montserrat SemiBold" pitchFamily="2" charset="77"/>
              </a:defRPr>
            </a:lvl3pPr>
            <a:lvl4pPr>
              <a:defRPr sz="4400" b="1" i="0">
                <a:solidFill>
                  <a:schemeClr val="bg1"/>
                </a:solidFill>
                <a:latin typeface="Montserrat SemiBold" pitchFamily="2" charset="77"/>
              </a:defRPr>
            </a:lvl4pPr>
            <a:lvl5pPr>
              <a:defRPr sz="4400" b="1" i="0">
                <a:solidFill>
                  <a:schemeClr val="bg1"/>
                </a:solidFill>
                <a:latin typeface="Montserrat SemiBold" pitchFamily="2" charset="77"/>
              </a:defRPr>
            </a:lvl5pPr>
          </a:lstStyle>
          <a:p>
            <a:pPr lvl="0"/>
            <a:r>
              <a:rPr lang="en-US"/>
              <a:t>Section Title</a:t>
            </a:r>
          </a:p>
        </p:txBody>
      </p:sp>
      <p:sp>
        <p:nvSpPr>
          <p:cNvPr id="6" name="Text Placeholder 12">
            <a:extLst>
              <a:ext uri="{FF2B5EF4-FFF2-40B4-BE49-F238E27FC236}">
                <a16:creationId xmlns:a16="http://schemas.microsoft.com/office/drawing/2014/main" id="{015924EB-B7C6-B44F-9370-05D45757CDB8}"/>
              </a:ext>
            </a:extLst>
          </p:cNvPr>
          <p:cNvSpPr>
            <a:spLocks noGrp="1"/>
          </p:cNvSpPr>
          <p:nvPr>
            <p:ph type="body" sz="quarter" idx="11" hasCustomPrompt="1"/>
          </p:nvPr>
        </p:nvSpPr>
        <p:spPr>
          <a:xfrm>
            <a:off x="650791" y="2166970"/>
            <a:ext cx="6589039" cy="2139216"/>
          </a:xfrm>
          <a:prstGeom prst="rect">
            <a:avLst/>
          </a:prstGeom>
        </p:spPr>
        <p:txBody>
          <a:bodyPr/>
          <a:lstStyle>
            <a:lvl1pPr marL="0" indent="0">
              <a:lnSpc>
                <a:spcPct val="100000"/>
              </a:lnSpc>
              <a:buNone/>
              <a:defRPr sz="2000" b="0" i="0">
                <a:solidFill>
                  <a:schemeClr val="bg1"/>
                </a:solidFill>
                <a:latin typeface="Montserrat Medium" pitchFamily="2" charset="77"/>
              </a:defRPr>
            </a:lvl1pPr>
            <a:lvl2pPr>
              <a:defRPr sz="3000" b="0" i="0">
                <a:solidFill>
                  <a:schemeClr val="bg1"/>
                </a:solidFill>
                <a:latin typeface="Exo Light" pitchFamily="2" charset="77"/>
              </a:defRPr>
            </a:lvl2pPr>
            <a:lvl3pPr>
              <a:defRPr sz="3000" b="0" i="0">
                <a:solidFill>
                  <a:schemeClr val="bg1"/>
                </a:solidFill>
                <a:latin typeface="Exo Light" pitchFamily="2" charset="77"/>
              </a:defRPr>
            </a:lvl3pPr>
            <a:lvl4pPr>
              <a:defRPr sz="3000" b="0" i="0">
                <a:solidFill>
                  <a:schemeClr val="bg1"/>
                </a:solidFill>
                <a:latin typeface="Exo Light" pitchFamily="2" charset="77"/>
              </a:defRPr>
            </a:lvl4pPr>
            <a:lvl5pPr>
              <a:defRPr sz="3000" b="0" i="0">
                <a:solidFill>
                  <a:schemeClr val="bg1"/>
                </a:solidFill>
                <a:latin typeface="Exo Light" pitchFamily="2" charset="77"/>
              </a:defRPr>
            </a:lvl5pPr>
          </a:lstStyle>
          <a:p>
            <a:pPr lvl="0"/>
            <a:r>
              <a:rPr lang="en-US"/>
              <a:t>Subtitle text here</a:t>
            </a:r>
          </a:p>
        </p:txBody>
      </p:sp>
    </p:spTree>
    <p:extLst>
      <p:ext uri="{BB962C8B-B14F-4D97-AF65-F5344CB8AC3E}">
        <p14:creationId xmlns:p14="http://schemas.microsoft.com/office/powerpoint/2010/main" val="264776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155689-CA59-2EA2-0E03-A670EE34D5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04ACE83-6D2A-E5A5-6F95-4488009A67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4AF133E-DAE3-26F4-5BBE-F186C23A32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641E81-3059-4AC5-AF84-E2A814B7C032}" type="datetimeFigureOut">
              <a:rPr lang="en-AU" smtClean="0"/>
              <a:t>07/11/2025</a:t>
            </a:fld>
            <a:endParaRPr lang="en-AU"/>
          </a:p>
        </p:txBody>
      </p:sp>
      <p:sp>
        <p:nvSpPr>
          <p:cNvPr id="5" name="Footer Placeholder 4">
            <a:extLst>
              <a:ext uri="{FF2B5EF4-FFF2-40B4-BE49-F238E27FC236}">
                <a16:creationId xmlns:a16="http://schemas.microsoft.com/office/drawing/2014/main" id="{C6D229F4-64B5-2803-9945-AAD9CD9E1A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3A2CDB2-7D12-C068-2027-A19B85B9D1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0F005A-F3A9-4CCA-9B3E-6E31321D9110}" type="slidenum">
              <a:rPr lang="en-AU" smtClean="0"/>
              <a:t>‹#›</a:t>
            </a:fld>
            <a:endParaRPr lang="en-AU"/>
          </a:p>
        </p:txBody>
      </p:sp>
    </p:spTree>
    <p:extLst>
      <p:ext uri="{BB962C8B-B14F-4D97-AF65-F5344CB8AC3E}">
        <p14:creationId xmlns:p14="http://schemas.microsoft.com/office/powerpoint/2010/main" val="501743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9" r:id="rId12"/>
    <p:sldLayoutId id="2147483700" r:id="rId13"/>
    <p:sldLayoutId id="2147483701" r:id="rId14"/>
    <p:sldLayoutId id="2147483702" r:id="rId15"/>
    <p:sldLayoutId id="2147483708" r:id="rId16"/>
    <p:sldLayoutId id="2147483712"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lumMod val="5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6758863"/>
      </p:ext>
    </p:extLst>
  </p:cSld>
  <p:clrMap bg1="lt1" tx1="dk1" bg2="lt2" tx2="dk2" accent1="accent1" accent2="accent2" accent3="accent3" accent4="accent4" accent5="accent5" accent6="accent6" hlink="hlink" folHlink="folHlink"/>
  <p:sldLayoutIdLst>
    <p:sldLayoutId id="2147483705" r:id="rId1"/>
  </p:sldLayoutIdLst>
  <p:hf hdr="0" ftr="0" dt="0"/>
  <p:txStyles>
    <p:titleStyle>
      <a:lvl1pPr>
        <a:defRPr>
          <a:latin typeface="+mj-lt"/>
          <a:ea typeface="+mj-ea"/>
          <a:cs typeface="+mj-cs"/>
        </a:defRPr>
      </a:lvl1pPr>
    </p:titleStyle>
    <p:bodyStyle>
      <a:lvl1pPr marL="0">
        <a:defRPr>
          <a:latin typeface="+mn-lt"/>
          <a:ea typeface="+mn-ea"/>
          <a:cs typeface="+mn-cs"/>
        </a:defRPr>
      </a:lvl1pPr>
      <a:lvl2pPr marL="277190">
        <a:defRPr>
          <a:latin typeface="+mn-lt"/>
          <a:ea typeface="+mn-ea"/>
          <a:cs typeface="+mn-cs"/>
        </a:defRPr>
      </a:lvl2pPr>
      <a:lvl3pPr marL="554382">
        <a:defRPr>
          <a:latin typeface="+mn-lt"/>
          <a:ea typeface="+mn-ea"/>
          <a:cs typeface="+mn-cs"/>
        </a:defRPr>
      </a:lvl3pPr>
      <a:lvl4pPr marL="831572">
        <a:defRPr>
          <a:latin typeface="+mn-lt"/>
          <a:ea typeface="+mn-ea"/>
          <a:cs typeface="+mn-cs"/>
        </a:defRPr>
      </a:lvl4pPr>
      <a:lvl5pPr marL="1108762">
        <a:defRPr>
          <a:latin typeface="+mn-lt"/>
          <a:ea typeface="+mn-ea"/>
          <a:cs typeface="+mn-cs"/>
        </a:defRPr>
      </a:lvl5pPr>
      <a:lvl6pPr marL="1385952">
        <a:defRPr>
          <a:latin typeface="+mn-lt"/>
          <a:ea typeface="+mn-ea"/>
          <a:cs typeface="+mn-cs"/>
        </a:defRPr>
      </a:lvl6pPr>
      <a:lvl7pPr marL="1663144">
        <a:defRPr>
          <a:latin typeface="+mn-lt"/>
          <a:ea typeface="+mn-ea"/>
          <a:cs typeface="+mn-cs"/>
        </a:defRPr>
      </a:lvl7pPr>
      <a:lvl8pPr marL="1940335">
        <a:defRPr>
          <a:latin typeface="+mn-lt"/>
          <a:ea typeface="+mn-ea"/>
          <a:cs typeface="+mn-cs"/>
        </a:defRPr>
      </a:lvl8pPr>
      <a:lvl9pPr marL="2217525">
        <a:defRPr>
          <a:latin typeface="+mn-lt"/>
          <a:ea typeface="+mn-ea"/>
          <a:cs typeface="+mn-cs"/>
        </a:defRPr>
      </a:lvl9pPr>
    </p:bodyStyle>
    <p:otherStyle>
      <a:lvl1pPr marL="0">
        <a:defRPr>
          <a:latin typeface="+mn-lt"/>
          <a:ea typeface="+mn-ea"/>
          <a:cs typeface="+mn-cs"/>
        </a:defRPr>
      </a:lvl1pPr>
      <a:lvl2pPr marL="277190">
        <a:defRPr>
          <a:latin typeface="+mn-lt"/>
          <a:ea typeface="+mn-ea"/>
          <a:cs typeface="+mn-cs"/>
        </a:defRPr>
      </a:lvl2pPr>
      <a:lvl3pPr marL="554382">
        <a:defRPr>
          <a:latin typeface="+mn-lt"/>
          <a:ea typeface="+mn-ea"/>
          <a:cs typeface="+mn-cs"/>
        </a:defRPr>
      </a:lvl3pPr>
      <a:lvl4pPr marL="831572">
        <a:defRPr>
          <a:latin typeface="+mn-lt"/>
          <a:ea typeface="+mn-ea"/>
          <a:cs typeface="+mn-cs"/>
        </a:defRPr>
      </a:lvl4pPr>
      <a:lvl5pPr marL="1108762">
        <a:defRPr>
          <a:latin typeface="+mn-lt"/>
          <a:ea typeface="+mn-ea"/>
          <a:cs typeface="+mn-cs"/>
        </a:defRPr>
      </a:lvl5pPr>
      <a:lvl6pPr marL="1385952">
        <a:defRPr>
          <a:latin typeface="+mn-lt"/>
          <a:ea typeface="+mn-ea"/>
          <a:cs typeface="+mn-cs"/>
        </a:defRPr>
      </a:lvl6pPr>
      <a:lvl7pPr marL="1663144">
        <a:defRPr>
          <a:latin typeface="+mn-lt"/>
          <a:ea typeface="+mn-ea"/>
          <a:cs typeface="+mn-cs"/>
        </a:defRPr>
      </a:lvl7pPr>
      <a:lvl8pPr marL="1940335">
        <a:defRPr>
          <a:latin typeface="+mn-lt"/>
          <a:ea typeface="+mn-ea"/>
          <a:cs typeface="+mn-cs"/>
        </a:defRPr>
      </a:lvl8pPr>
      <a:lvl9pPr marL="2217525">
        <a:defRPr>
          <a:latin typeface="+mn-lt"/>
          <a:ea typeface="+mn-ea"/>
          <a:cs typeface="+mn-cs"/>
        </a:defRPr>
      </a:lvl9pPr>
    </p:otherStyle>
  </p:txStyles>
  <p:extLst>
    <p:ext uri="{27BBF7A9-308A-43DC-89C8-2F10F3537804}">
      <p15:sldGuideLst xmlns:p15="http://schemas.microsoft.com/office/powerpoint/2012/main">
        <p15:guide id="1" orient="horz" pos="4110">
          <p15:clr>
            <a:srgbClr val="F26B43"/>
          </p15:clr>
        </p15:guide>
        <p15:guide id="2" pos="3840">
          <p15:clr>
            <a:srgbClr val="F26B43"/>
          </p15:clr>
        </p15:guide>
        <p15:guide id="3" orient="horz" pos="38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0.emf"/><Relationship Id="rId4" Type="http://schemas.openxmlformats.org/officeDocument/2006/relationships/image" Target="../media/image9.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4A1F9-58DC-A7BC-DE8C-8E85144098DA}"/>
            </a:ext>
          </a:extLst>
        </p:cNvPr>
        <p:cNvGrpSpPr/>
        <p:nvPr/>
      </p:nvGrpSpPr>
      <p:grpSpPr>
        <a:xfrm>
          <a:off x="0" y="0"/>
          <a:ext cx="0" cy="0"/>
          <a:chOff x="0" y="0"/>
          <a:chExt cx="0" cy="0"/>
        </a:xfrm>
      </p:grpSpPr>
      <p:pic>
        <p:nvPicPr>
          <p:cNvPr id="9" name="Picture 8" descr="A white background with a orange star&#10;&#10;Description automatically generated">
            <a:extLst>
              <a:ext uri="{FF2B5EF4-FFF2-40B4-BE49-F238E27FC236}">
                <a16:creationId xmlns:a16="http://schemas.microsoft.com/office/drawing/2014/main" id="{7E1148C5-E09B-367C-15E5-354AFD5A117A}"/>
              </a:ext>
            </a:extLst>
          </p:cNvPr>
          <p:cNvPicPr>
            <a:picLocks noChangeAspect="1"/>
          </p:cNvPicPr>
          <p:nvPr/>
        </p:nvPicPr>
        <p:blipFill rotWithShape="1">
          <a:blip r:embed="rId3"/>
          <a:srcRect l="3791" t="30" r="4923" b="1194"/>
          <a:stretch/>
        </p:blipFill>
        <p:spPr>
          <a:xfrm>
            <a:off x="340" y="192"/>
            <a:ext cx="12191320" cy="6857617"/>
          </a:xfrm>
          <a:prstGeom prst="rect">
            <a:avLst/>
          </a:prstGeom>
        </p:spPr>
      </p:pic>
      <p:pic>
        <p:nvPicPr>
          <p:cNvPr id="4" name="Picture 2" descr="BRETT CHOLET">
            <a:extLst>
              <a:ext uri="{FF2B5EF4-FFF2-40B4-BE49-F238E27FC236}">
                <a16:creationId xmlns:a16="http://schemas.microsoft.com/office/drawing/2014/main" id="{DBB9C9F3-8148-EE98-9E9A-3FF408EDCC5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667" r="16667"/>
          <a:stretch>
            <a:fillRect/>
          </a:stretch>
        </p:blipFill>
        <p:spPr bwMode="auto">
          <a:xfrm>
            <a:off x="-1" y="274"/>
            <a:ext cx="6123413" cy="612341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019FD96-5436-E414-BFE5-88DC8CB4589A}"/>
              </a:ext>
            </a:extLst>
          </p:cNvPr>
          <p:cNvPicPr>
            <a:picLocks noChangeAspect="1"/>
          </p:cNvPicPr>
          <p:nvPr/>
        </p:nvPicPr>
        <p:blipFill>
          <a:blip r:embed="rId5"/>
          <a:stretch>
            <a:fillRect/>
          </a:stretch>
        </p:blipFill>
        <p:spPr>
          <a:xfrm>
            <a:off x="6960168" y="357420"/>
            <a:ext cx="4841760" cy="528192"/>
          </a:xfrm>
          <a:prstGeom prst="rect">
            <a:avLst/>
          </a:prstGeom>
        </p:spPr>
      </p:pic>
      <p:sp>
        <p:nvSpPr>
          <p:cNvPr id="10" name="TextBox 9">
            <a:extLst>
              <a:ext uri="{FF2B5EF4-FFF2-40B4-BE49-F238E27FC236}">
                <a16:creationId xmlns:a16="http://schemas.microsoft.com/office/drawing/2014/main" id="{180B4B61-2A1C-3897-A957-A98C29356E69}"/>
              </a:ext>
            </a:extLst>
          </p:cNvPr>
          <p:cNvSpPr txBox="1"/>
          <p:nvPr/>
        </p:nvSpPr>
        <p:spPr>
          <a:xfrm>
            <a:off x="6395215" y="790995"/>
            <a:ext cx="5406711" cy="461665"/>
          </a:xfrm>
          <a:prstGeom prst="rect">
            <a:avLst/>
          </a:prstGeom>
          <a:noFill/>
        </p:spPr>
        <p:txBody>
          <a:bodyPr wrap="square" rtlCol="0">
            <a:spAutoFit/>
          </a:bodyPr>
          <a:lstStyle/>
          <a:p>
            <a:pPr algn="r"/>
            <a:r>
              <a:rPr lang="en-AU" sz="2400" b="1" noProof="0" dirty="0">
                <a:solidFill>
                  <a:srgbClr val="FF741F"/>
                </a:solidFill>
                <a:latin typeface="Geologica" pitchFamily="2" charset="0"/>
              </a:rPr>
              <a:t>Increment Planning 18</a:t>
            </a:r>
          </a:p>
        </p:txBody>
      </p:sp>
      <p:sp>
        <p:nvSpPr>
          <p:cNvPr id="11" name="TextBox 10">
            <a:extLst>
              <a:ext uri="{FF2B5EF4-FFF2-40B4-BE49-F238E27FC236}">
                <a16:creationId xmlns:a16="http://schemas.microsoft.com/office/drawing/2014/main" id="{572AB04A-5FEA-BA40-7C62-94EEC37CFE50}"/>
              </a:ext>
            </a:extLst>
          </p:cNvPr>
          <p:cNvSpPr txBox="1"/>
          <p:nvPr/>
        </p:nvSpPr>
        <p:spPr>
          <a:xfrm>
            <a:off x="6513145" y="6082375"/>
            <a:ext cx="5301483" cy="461665"/>
          </a:xfrm>
          <a:prstGeom prst="rect">
            <a:avLst/>
          </a:prstGeom>
          <a:noFill/>
        </p:spPr>
        <p:txBody>
          <a:bodyPr wrap="square" rtlCol="0">
            <a:spAutoFit/>
          </a:bodyPr>
          <a:lstStyle/>
          <a:p>
            <a:pPr algn="r"/>
            <a:r>
              <a:rPr lang="en-AU" sz="2400" b="1" noProof="0" dirty="0">
                <a:solidFill>
                  <a:srgbClr val="0E385E"/>
                </a:solidFill>
                <a:latin typeface="Geologica" pitchFamily="2" charset="0"/>
              </a:rPr>
              <a:t>GUEST SPEAKER</a:t>
            </a:r>
          </a:p>
        </p:txBody>
      </p:sp>
      <p:sp>
        <p:nvSpPr>
          <p:cNvPr id="20" name="TextBox 19">
            <a:extLst>
              <a:ext uri="{FF2B5EF4-FFF2-40B4-BE49-F238E27FC236}">
                <a16:creationId xmlns:a16="http://schemas.microsoft.com/office/drawing/2014/main" id="{BC65B118-7A93-F79B-E778-9BB70D1ED90F}"/>
              </a:ext>
            </a:extLst>
          </p:cNvPr>
          <p:cNvSpPr txBox="1"/>
          <p:nvPr/>
        </p:nvSpPr>
        <p:spPr>
          <a:xfrm>
            <a:off x="-1" y="5492514"/>
            <a:ext cx="4027715" cy="769441"/>
          </a:xfrm>
          <a:prstGeom prst="rect">
            <a:avLst/>
          </a:prstGeom>
          <a:noFill/>
        </p:spPr>
        <p:txBody>
          <a:bodyPr wrap="square" rtlCol="0">
            <a:spAutoFit/>
          </a:bodyPr>
          <a:lstStyle/>
          <a:p>
            <a:pPr algn="r"/>
            <a:r>
              <a:rPr lang="en-AU" sz="4400" noProof="0" dirty="0">
                <a:solidFill>
                  <a:schemeClr val="bg1"/>
                </a:solidFill>
                <a:latin typeface="Geologica" pitchFamily="2" charset="0"/>
              </a:rPr>
              <a:t>Brett</a:t>
            </a:r>
            <a:r>
              <a:rPr lang="en-AU" sz="4400" b="1" noProof="0" dirty="0">
                <a:solidFill>
                  <a:schemeClr val="bg1"/>
                </a:solidFill>
                <a:latin typeface="Geologica" pitchFamily="2" charset="0"/>
              </a:rPr>
              <a:t> CHOLET</a:t>
            </a:r>
          </a:p>
        </p:txBody>
      </p:sp>
      <p:sp>
        <p:nvSpPr>
          <p:cNvPr id="2" name="Rectangle 1">
            <a:extLst>
              <a:ext uri="{FF2B5EF4-FFF2-40B4-BE49-F238E27FC236}">
                <a16:creationId xmlns:a16="http://schemas.microsoft.com/office/drawing/2014/main" id="{6310F25E-AF70-DB72-6878-5D1F705842CD}"/>
              </a:ext>
            </a:extLst>
          </p:cNvPr>
          <p:cNvSpPr/>
          <p:nvPr/>
        </p:nvSpPr>
        <p:spPr>
          <a:xfrm>
            <a:off x="0" y="6129992"/>
            <a:ext cx="6135008" cy="7280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TextBox 26">
            <a:extLst>
              <a:ext uri="{FF2B5EF4-FFF2-40B4-BE49-F238E27FC236}">
                <a16:creationId xmlns:a16="http://schemas.microsoft.com/office/drawing/2014/main" id="{4E67B3BE-7D2F-AA1C-A243-B352438AB76B}"/>
              </a:ext>
            </a:extLst>
          </p:cNvPr>
          <p:cNvSpPr txBox="1"/>
          <p:nvPr/>
        </p:nvSpPr>
        <p:spPr>
          <a:xfrm>
            <a:off x="0" y="6198456"/>
            <a:ext cx="5781639" cy="584775"/>
          </a:xfrm>
          <a:prstGeom prst="rect">
            <a:avLst/>
          </a:prstGeom>
          <a:noFill/>
        </p:spPr>
        <p:txBody>
          <a:bodyPr wrap="square" rtlCol="0">
            <a:spAutoFit/>
          </a:bodyPr>
          <a:lstStyle/>
          <a:p>
            <a:r>
              <a:rPr lang="en-US" sz="1400" noProof="0" dirty="0">
                <a:solidFill>
                  <a:schemeClr val="bg1"/>
                </a:solidFill>
                <a:latin typeface="Geologica" pitchFamily="2" charset="0"/>
              </a:rPr>
              <a:t>Executive General Manager for Australian Operations</a:t>
            </a:r>
            <a:endParaRPr lang="en-AU" sz="1400" noProof="0" dirty="0">
              <a:solidFill>
                <a:schemeClr val="bg1"/>
              </a:solidFill>
              <a:latin typeface="Geologica" pitchFamily="2" charset="0"/>
            </a:endParaRPr>
          </a:p>
          <a:p>
            <a:r>
              <a:rPr lang="en-AU" b="1" dirty="0">
                <a:solidFill>
                  <a:schemeClr val="bg1"/>
                </a:solidFill>
                <a:latin typeface="Geologica" pitchFamily="2" charset="0"/>
              </a:rPr>
              <a:t>Hastings Deering (Australia) Ltd</a:t>
            </a:r>
            <a:endParaRPr lang="en-AU" b="1" noProof="0" dirty="0">
              <a:solidFill>
                <a:schemeClr val="bg1"/>
              </a:solidFill>
              <a:latin typeface="Geologica" pitchFamily="2" charset="0"/>
            </a:endParaRPr>
          </a:p>
        </p:txBody>
      </p:sp>
      <p:sp>
        <p:nvSpPr>
          <p:cNvPr id="3" name="TextBox 2">
            <a:extLst>
              <a:ext uri="{FF2B5EF4-FFF2-40B4-BE49-F238E27FC236}">
                <a16:creationId xmlns:a16="http://schemas.microsoft.com/office/drawing/2014/main" id="{040AB624-0FBA-6C0D-6C0E-3D9C420C1263}"/>
              </a:ext>
            </a:extLst>
          </p:cNvPr>
          <p:cNvSpPr txBox="1"/>
          <p:nvPr/>
        </p:nvSpPr>
        <p:spPr>
          <a:xfrm>
            <a:off x="8592635" y="6430480"/>
            <a:ext cx="3221993" cy="307777"/>
          </a:xfrm>
          <a:prstGeom prst="rect">
            <a:avLst/>
          </a:prstGeom>
          <a:noFill/>
        </p:spPr>
        <p:txBody>
          <a:bodyPr wrap="square" rtlCol="0">
            <a:spAutoFit/>
          </a:bodyPr>
          <a:lstStyle/>
          <a:p>
            <a:pPr algn="r"/>
            <a:r>
              <a:rPr lang="en-AU" sz="1400" noProof="0" dirty="0">
                <a:solidFill>
                  <a:srgbClr val="FF741F"/>
                </a:solidFill>
                <a:latin typeface="Geologica" pitchFamily="2" charset="0"/>
              </a:rPr>
              <a:t>Tuesday, </a:t>
            </a:r>
            <a:r>
              <a:rPr lang="en-AU" sz="1400" dirty="0">
                <a:solidFill>
                  <a:srgbClr val="FF741F"/>
                </a:solidFill>
                <a:latin typeface="Geologica" pitchFamily="2" charset="0"/>
              </a:rPr>
              <a:t>03</a:t>
            </a:r>
            <a:r>
              <a:rPr lang="en-AU" sz="1400" noProof="0" dirty="0">
                <a:solidFill>
                  <a:srgbClr val="FF741F"/>
                </a:solidFill>
                <a:latin typeface="Geologica" pitchFamily="2" charset="0"/>
              </a:rPr>
              <a:t> February 2026</a:t>
            </a:r>
          </a:p>
        </p:txBody>
      </p:sp>
    </p:spTree>
    <p:extLst>
      <p:ext uri="{BB962C8B-B14F-4D97-AF65-F5344CB8AC3E}">
        <p14:creationId xmlns:p14="http://schemas.microsoft.com/office/powerpoint/2010/main" val="4038859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86DFA-3CAC-ACA4-CE86-AE9FC4236927}"/>
            </a:ext>
          </a:extLst>
        </p:cNvPr>
        <p:cNvGrpSpPr/>
        <p:nvPr/>
      </p:nvGrpSpPr>
      <p:grpSpPr>
        <a:xfrm>
          <a:off x="0" y="0"/>
          <a:ext cx="0" cy="0"/>
          <a:chOff x="0" y="0"/>
          <a:chExt cx="0" cy="0"/>
        </a:xfrm>
      </p:grpSpPr>
    </p:spTree>
    <p:extLst>
      <p:ext uri="{BB962C8B-B14F-4D97-AF65-F5344CB8AC3E}">
        <p14:creationId xmlns:p14="http://schemas.microsoft.com/office/powerpoint/2010/main" val="1630468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ackCovers&amp;Dividers-Dark">
  <a:themeElements>
    <a:clrScheme name="Info-Tech-ResearchDeck">
      <a:dk1>
        <a:srgbClr val="494A4A"/>
      </a:dk1>
      <a:lt1>
        <a:srgbClr val="FFFFFF"/>
      </a:lt1>
      <a:dk2>
        <a:srgbClr val="494A4A"/>
      </a:dk2>
      <a:lt2>
        <a:srgbClr val="FFFFFF"/>
      </a:lt2>
      <a:accent1>
        <a:srgbClr val="2576B6"/>
      </a:accent1>
      <a:accent2>
        <a:srgbClr val="5D3291"/>
      </a:accent2>
      <a:accent3>
        <a:srgbClr val="F7C435"/>
      </a:accent3>
      <a:accent4>
        <a:srgbClr val="299C47"/>
      </a:accent4>
      <a:accent5>
        <a:srgbClr val="B3252E"/>
      </a:accent5>
      <a:accent6>
        <a:srgbClr val="F07925"/>
      </a:accent6>
      <a:hlink>
        <a:srgbClr val="2576B6"/>
      </a:hlink>
      <a:folHlink>
        <a:srgbClr val="16476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wrap="square" lIns="0" tIns="0" rIns="0" bIns="0" numCol="1" spcCol="360000" rtlCol="0">
        <a:noAutofit/>
      </a:bodyPr>
      <a:lstStyle>
        <a:defPPr marL="179388" indent="-179388" algn="l">
          <a:lnSpc>
            <a:spcPct val="110000"/>
          </a:lnSpc>
          <a:buFont typeface="Arial" panose="020B0604020202020204" pitchFamily="34" charset="0"/>
          <a:buChar char="•"/>
          <a:tabLst/>
          <a:defRPr sz="1400" dirty="0" err="1" smtClean="0">
            <a:solidFill>
              <a:schemeClr val="tx1">
                <a:lumMod val="50000"/>
              </a:schemeClr>
            </a:solidFill>
            <a:latin typeface="Roboto Condensed Light" panose="02000000000000000000" pitchFamily="2" charset="0"/>
            <a:ea typeface="Roboto Condensed Light" panose="02000000000000000000" pitchFamily="2"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38d39be-2dfe-4718-b6f0-47447e7a040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BEE4C5904B9414D9D6412AB9288B99C" ma:contentTypeVersion="12" ma:contentTypeDescription="Create a new document." ma:contentTypeScope="" ma:versionID="26031839c931ada7c6af5fa6ee00003a">
  <xsd:schema xmlns:xsd="http://www.w3.org/2001/XMLSchema" xmlns:xs="http://www.w3.org/2001/XMLSchema" xmlns:p="http://schemas.microsoft.com/office/2006/metadata/properties" xmlns:ns2="d38d39be-2dfe-4718-b6f0-47447e7a040a" xmlns:ns3="8144f955-5ba8-41fa-8c2a-bcb98b896e2e" targetNamespace="http://schemas.microsoft.com/office/2006/metadata/properties" ma:root="true" ma:fieldsID="53506d9a53106da8535c12ffa7464aff" ns2:_="" ns3:_="">
    <xsd:import namespace="d38d39be-2dfe-4718-b6f0-47447e7a040a"/>
    <xsd:import namespace="8144f955-5ba8-41fa-8c2a-bcb98b896e2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8d39be-2dfe-4718-b6f0-47447e7a04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35b4645-7be2-4159-8af8-5df3322bc5d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144f955-5ba8-41fa-8c2a-bcb98b896e2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170358-F77F-4513-88D8-7868A581DEAA}">
  <ds:schemaRefs>
    <ds:schemaRef ds:uri="http://www.w3.org/XML/1998/namespace"/>
    <ds:schemaRef ds:uri="http://purl.org/dc/terms/"/>
    <ds:schemaRef ds:uri="http://schemas.microsoft.com/office/2006/metadata/properties"/>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8144f955-5ba8-41fa-8c2a-bcb98b896e2e"/>
    <ds:schemaRef ds:uri="d38d39be-2dfe-4718-b6f0-47447e7a040a"/>
    <ds:schemaRef ds:uri="http://purl.org/dc/elements/1.1/"/>
  </ds:schemaRefs>
</ds:datastoreItem>
</file>

<file path=customXml/itemProps2.xml><?xml version="1.0" encoding="utf-8"?>
<ds:datastoreItem xmlns:ds="http://schemas.openxmlformats.org/officeDocument/2006/customXml" ds:itemID="{B00CAF25-9473-4844-8EA7-49356398ADB0}">
  <ds:schemaRefs>
    <ds:schemaRef ds:uri="http://schemas.microsoft.com/sharepoint/v3/contenttype/forms"/>
  </ds:schemaRefs>
</ds:datastoreItem>
</file>

<file path=customXml/itemProps3.xml><?xml version="1.0" encoding="utf-8"?>
<ds:datastoreItem xmlns:ds="http://schemas.openxmlformats.org/officeDocument/2006/customXml" ds:itemID="{654F9A9E-CB1A-447D-A5AF-6EA744FA97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8d39be-2dfe-4718-b6f0-47447e7a040a"/>
    <ds:schemaRef ds:uri="8144f955-5ba8-41fa-8c2a-bcb98b896e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29b6b23-fa07-48ba-9639-72af0a673729}" enabled="0" method="" siteId="{029b6b23-fa07-48ba-9639-72af0a673729}" removed="1"/>
</clbl:labelList>
</file>

<file path=docProps/app.xml><?xml version="1.0" encoding="utf-8"?>
<Properties xmlns="http://schemas.openxmlformats.org/officeDocument/2006/extended-properties" xmlns:vt="http://schemas.openxmlformats.org/officeDocument/2006/docPropsVTypes">
  <TotalTime>755</TotalTime>
  <Words>255</Words>
  <Application>Microsoft Office PowerPoint</Application>
  <PresentationFormat>Widescreen</PresentationFormat>
  <Paragraphs>15</Paragraphs>
  <Slides>2</Slides>
  <Notes>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vt:i4>
      </vt:variant>
    </vt:vector>
  </HeadingPairs>
  <TitlesOfParts>
    <vt:vector size="15" baseType="lpstr">
      <vt:lpstr>Exo Light</vt:lpstr>
      <vt:lpstr>Geologica ExtraLight</vt:lpstr>
      <vt:lpstr>Aptos</vt:lpstr>
      <vt:lpstr>Arial</vt:lpstr>
      <vt:lpstr>Calibri</vt:lpstr>
      <vt:lpstr>Calibri Light</vt:lpstr>
      <vt:lpstr>Geologica</vt:lpstr>
      <vt:lpstr>Geologica Light</vt:lpstr>
      <vt:lpstr>Montserrat Medium</vt:lpstr>
      <vt:lpstr>Montserrat SemiBold</vt:lpstr>
      <vt:lpstr>Open Sans Light</vt:lpstr>
      <vt:lpstr>Office Theme</vt:lpstr>
      <vt:lpstr>1_BackCovers&amp;Dividers-Dark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Stuart Donnelly</dc:creator>
  <cp:lastModifiedBy>Stuart Donnelly</cp:lastModifiedBy>
  <cp:revision>5</cp:revision>
  <cp:lastPrinted>2025-01-22T21:58:00Z</cp:lastPrinted>
  <dcterms:created xsi:type="dcterms:W3CDTF">2023-11-28T01:24:45Z</dcterms:created>
  <dcterms:modified xsi:type="dcterms:W3CDTF">2025-11-06T23:18:22Z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0x010100CBEE4C5904B9414D9D6412AB9288B99C</vt:lpwstr>
  </property>
</Properties>
</file>